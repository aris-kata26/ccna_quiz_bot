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82" autoAdjust="0"/>
    <p:restoredTop sz="84846" autoAdjust="0"/>
  </p:normalViewPr>
  <p:slideViewPr>
    <p:cSldViewPr snapToGrid="0">
      <p:cViewPr>
        <p:scale>
          <a:sx n="50" d="100"/>
          <a:sy n="50" d="100"/>
        </p:scale>
        <p:origin x="21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try</c:v>
                </c:pt>
                <c:pt idx="1">
                  <c:v>2nd try</c:v>
                </c:pt>
                <c:pt idx="2">
                  <c:v>3rd try</c:v>
                </c:pt>
                <c:pt idx="3">
                  <c:v>4th try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70</c:v>
                </c:pt>
                <c:pt idx="3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92-4FEA-9C0B-DA17701D36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B1B17-7A14-4288-8723-411A632277AA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FB092C1-117B-4E27-BA4F-5CDEC068FEFD}">
      <dgm:prSet/>
      <dgm:spPr/>
      <dgm:t>
        <a:bodyPr/>
        <a:lstStyle/>
        <a:p>
          <a:r>
            <a:rPr lang="en-GB"/>
            <a:t>BTS students score &lt;80% on CCNA 1, 2, 3 tests</a:t>
          </a:r>
          <a:endParaRPr lang="en-US"/>
        </a:p>
      </dgm:t>
    </dgm:pt>
    <dgm:pt modelId="{301237F0-4C72-447F-B719-2710804FB0FF}" type="parTrans" cxnId="{FC12DDB6-89BC-4D89-A2F8-AE3E3273749E}">
      <dgm:prSet/>
      <dgm:spPr/>
      <dgm:t>
        <a:bodyPr/>
        <a:lstStyle/>
        <a:p>
          <a:endParaRPr lang="en-US"/>
        </a:p>
      </dgm:t>
    </dgm:pt>
    <dgm:pt modelId="{DF14ECF2-6D1D-44EC-AC6A-67400B8032EC}" type="sibTrans" cxnId="{FC12DDB6-89BC-4D89-A2F8-AE3E3273749E}">
      <dgm:prSet/>
      <dgm:spPr/>
      <dgm:t>
        <a:bodyPr/>
        <a:lstStyle/>
        <a:p>
          <a:endParaRPr lang="en-US"/>
        </a:p>
      </dgm:t>
    </dgm:pt>
    <dgm:pt modelId="{2591A48E-7548-443D-A78C-54DB7DA0CA03}">
      <dgm:prSet/>
      <dgm:spPr/>
      <dgm:t>
        <a:bodyPr/>
        <a:lstStyle/>
        <a:p>
          <a:r>
            <a:rPr lang="en-GB"/>
            <a:t>Challenges:</a:t>
          </a:r>
          <a:endParaRPr lang="en-US"/>
        </a:p>
      </dgm:t>
    </dgm:pt>
    <dgm:pt modelId="{D751F324-4382-49CD-BC12-3DA90F35E640}" type="parTrans" cxnId="{B8815812-C655-419B-96E4-A86295426943}">
      <dgm:prSet/>
      <dgm:spPr/>
      <dgm:t>
        <a:bodyPr/>
        <a:lstStyle/>
        <a:p>
          <a:endParaRPr lang="en-US"/>
        </a:p>
      </dgm:t>
    </dgm:pt>
    <dgm:pt modelId="{B1F1B104-04A8-4A93-8DA2-E6743C57A861}" type="sibTrans" cxnId="{B8815812-C655-419B-96E4-A86295426943}">
      <dgm:prSet/>
      <dgm:spPr/>
      <dgm:t>
        <a:bodyPr/>
        <a:lstStyle/>
        <a:p>
          <a:endParaRPr lang="en-US"/>
        </a:p>
      </dgm:t>
    </dgm:pt>
    <dgm:pt modelId="{BB2E69D8-DBD4-4288-B60D-BA81C2ECE5B0}">
      <dgm:prSet/>
      <dgm:spPr/>
      <dgm:t>
        <a:bodyPr/>
        <a:lstStyle/>
        <a:p>
          <a:r>
            <a:rPr lang="en-GB"/>
            <a:t>Unstructured revision</a:t>
          </a:r>
          <a:endParaRPr lang="en-US"/>
        </a:p>
      </dgm:t>
    </dgm:pt>
    <dgm:pt modelId="{7218DF2E-535B-4948-9551-EBB36B929444}" type="parTrans" cxnId="{B4431B30-1AC0-4B77-B6C0-F1F4D8FD5C6B}">
      <dgm:prSet/>
      <dgm:spPr/>
      <dgm:t>
        <a:bodyPr/>
        <a:lstStyle/>
        <a:p>
          <a:endParaRPr lang="en-US"/>
        </a:p>
      </dgm:t>
    </dgm:pt>
    <dgm:pt modelId="{ED24AB86-FF59-4A0A-B720-3D52D2E8E28A}" type="sibTrans" cxnId="{B4431B30-1AC0-4B77-B6C0-F1F4D8FD5C6B}">
      <dgm:prSet/>
      <dgm:spPr/>
      <dgm:t>
        <a:bodyPr/>
        <a:lstStyle/>
        <a:p>
          <a:endParaRPr lang="en-US"/>
        </a:p>
      </dgm:t>
    </dgm:pt>
    <dgm:pt modelId="{A7DBE890-7F72-4A7A-8985-F5C5A4F50B3E}">
      <dgm:prSet/>
      <dgm:spPr/>
      <dgm:t>
        <a:bodyPr/>
        <a:lstStyle/>
        <a:p>
          <a:r>
            <a:rPr lang="en-GB"/>
            <a:t>Complex networking concepts</a:t>
          </a:r>
          <a:endParaRPr lang="en-US"/>
        </a:p>
      </dgm:t>
    </dgm:pt>
    <dgm:pt modelId="{E93BEA13-EAC5-460B-AEF3-ADAB633ED609}" type="parTrans" cxnId="{5F9DE07E-8714-4EAF-85B1-0A711DFE152C}">
      <dgm:prSet/>
      <dgm:spPr/>
      <dgm:t>
        <a:bodyPr/>
        <a:lstStyle/>
        <a:p>
          <a:endParaRPr lang="en-US"/>
        </a:p>
      </dgm:t>
    </dgm:pt>
    <dgm:pt modelId="{F65E1941-84B6-464E-B678-FA314E084879}" type="sibTrans" cxnId="{5F9DE07E-8714-4EAF-85B1-0A711DFE152C}">
      <dgm:prSet/>
      <dgm:spPr/>
      <dgm:t>
        <a:bodyPr/>
        <a:lstStyle/>
        <a:p>
          <a:endParaRPr lang="en-US"/>
        </a:p>
      </dgm:t>
    </dgm:pt>
    <dgm:pt modelId="{6D359CF6-A825-420B-B82E-52A92B2909F1}">
      <dgm:prSet/>
      <dgm:spPr/>
      <dgm:t>
        <a:bodyPr/>
        <a:lstStyle/>
        <a:p>
          <a:r>
            <a:rPr lang="en-GB"/>
            <a:t>Limited MCQ practice</a:t>
          </a:r>
          <a:endParaRPr lang="en-US"/>
        </a:p>
      </dgm:t>
    </dgm:pt>
    <dgm:pt modelId="{8CBDC44F-AD9F-4452-8C64-47B8032B0EBE}" type="parTrans" cxnId="{BE638EFB-7311-4A44-B59D-A0195A713508}">
      <dgm:prSet/>
      <dgm:spPr/>
      <dgm:t>
        <a:bodyPr/>
        <a:lstStyle/>
        <a:p>
          <a:endParaRPr lang="en-US"/>
        </a:p>
      </dgm:t>
    </dgm:pt>
    <dgm:pt modelId="{18FFA3EB-30F7-4165-9761-0B7F92F8C26D}" type="sibTrans" cxnId="{BE638EFB-7311-4A44-B59D-A0195A713508}">
      <dgm:prSet/>
      <dgm:spPr/>
      <dgm:t>
        <a:bodyPr/>
        <a:lstStyle/>
        <a:p>
          <a:endParaRPr lang="en-US"/>
        </a:p>
      </dgm:t>
    </dgm:pt>
    <dgm:pt modelId="{838D5D9B-E792-45DE-B252-C29D79B16DEE}">
      <dgm:prSet/>
      <dgm:spPr/>
      <dgm:t>
        <a:bodyPr/>
        <a:lstStyle/>
        <a:p>
          <a:r>
            <a:rPr lang="en-GB"/>
            <a:t>Lack of personalized feedback</a:t>
          </a:r>
          <a:endParaRPr lang="en-US"/>
        </a:p>
      </dgm:t>
    </dgm:pt>
    <dgm:pt modelId="{33ECA2F1-CA6C-470B-B341-37797308D394}" type="parTrans" cxnId="{F8BE70E1-C36F-44DC-8D0A-07920B12E839}">
      <dgm:prSet/>
      <dgm:spPr/>
      <dgm:t>
        <a:bodyPr/>
        <a:lstStyle/>
        <a:p>
          <a:endParaRPr lang="en-US"/>
        </a:p>
      </dgm:t>
    </dgm:pt>
    <dgm:pt modelId="{D1BB11BB-8FAD-475B-8CC2-B1EB79518362}" type="sibTrans" cxnId="{F8BE70E1-C36F-44DC-8D0A-07920B12E839}">
      <dgm:prSet/>
      <dgm:spPr/>
      <dgm:t>
        <a:bodyPr/>
        <a:lstStyle/>
        <a:p>
          <a:endParaRPr lang="en-US"/>
        </a:p>
      </dgm:t>
    </dgm:pt>
    <dgm:pt modelId="{16EC350A-DF04-4209-90BC-950A84074AAD}" type="pres">
      <dgm:prSet presAssocID="{60CB1B17-7A14-4288-8723-411A632277A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F3FFA3E-2B35-478B-9A75-54CFB5302FBB}" type="pres">
      <dgm:prSet presAssocID="{4FB092C1-117B-4E27-BA4F-5CDEC068FEFD}" presName="root1" presStyleCnt="0"/>
      <dgm:spPr/>
    </dgm:pt>
    <dgm:pt modelId="{3EA92C0D-10B7-476D-AF41-F9C668A59F8D}" type="pres">
      <dgm:prSet presAssocID="{4FB092C1-117B-4E27-BA4F-5CDEC068FEFD}" presName="LevelOneTextNode" presStyleLbl="node0" presStyleIdx="0" presStyleCnt="2">
        <dgm:presLayoutVars>
          <dgm:chPref val="3"/>
        </dgm:presLayoutVars>
      </dgm:prSet>
      <dgm:spPr/>
    </dgm:pt>
    <dgm:pt modelId="{4B66107C-6B62-4B9D-991F-A512DFD4D16E}" type="pres">
      <dgm:prSet presAssocID="{4FB092C1-117B-4E27-BA4F-5CDEC068FEFD}" presName="level2hierChild" presStyleCnt="0"/>
      <dgm:spPr/>
    </dgm:pt>
    <dgm:pt modelId="{F29E605C-E4A1-4891-90C4-B1E1C0B9BFDE}" type="pres">
      <dgm:prSet presAssocID="{2591A48E-7548-443D-A78C-54DB7DA0CA03}" presName="root1" presStyleCnt="0"/>
      <dgm:spPr/>
    </dgm:pt>
    <dgm:pt modelId="{2CE7BD28-65AF-4EF7-A0C8-45FFE3C3FB8C}" type="pres">
      <dgm:prSet presAssocID="{2591A48E-7548-443D-A78C-54DB7DA0CA03}" presName="LevelOneTextNode" presStyleLbl="node0" presStyleIdx="1" presStyleCnt="2">
        <dgm:presLayoutVars>
          <dgm:chPref val="3"/>
        </dgm:presLayoutVars>
      </dgm:prSet>
      <dgm:spPr/>
    </dgm:pt>
    <dgm:pt modelId="{A90DCBFD-6E9C-4AE2-B4AB-8FDF8319B5D4}" type="pres">
      <dgm:prSet presAssocID="{2591A48E-7548-443D-A78C-54DB7DA0CA03}" presName="level2hierChild" presStyleCnt="0"/>
      <dgm:spPr/>
    </dgm:pt>
    <dgm:pt modelId="{955D6400-C99F-43BD-B254-22B4A879C92B}" type="pres">
      <dgm:prSet presAssocID="{7218DF2E-535B-4948-9551-EBB36B929444}" presName="conn2-1" presStyleLbl="parChTrans1D2" presStyleIdx="0" presStyleCnt="4"/>
      <dgm:spPr/>
    </dgm:pt>
    <dgm:pt modelId="{6BB7C9BF-8663-459A-B51B-EC640FC2AFF4}" type="pres">
      <dgm:prSet presAssocID="{7218DF2E-535B-4948-9551-EBB36B929444}" presName="connTx" presStyleLbl="parChTrans1D2" presStyleIdx="0" presStyleCnt="4"/>
      <dgm:spPr/>
    </dgm:pt>
    <dgm:pt modelId="{887CC51A-9981-4271-816D-0BC8F87CD82C}" type="pres">
      <dgm:prSet presAssocID="{BB2E69D8-DBD4-4288-B60D-BA81C2ECE5B0}" presName="root2" presStyleCnt="0"/>
      <dgm:spPr/>
    </dgm:pt>
    <dgm:pt modelId="{068DFA31-0A6E-4E1D-A033-055B1D67430C}" type="pres">
      <dgm:prSet presAssocID="{BB2E69D8-DBD4-4288-B60D-BA81C2ECE5B0}" presName="LevelTwoTextNode" presStyleLbl="node2" presStyleIdx="0" presStyleCnt="4">
        <dgm:presLayoutVars>
          <dgm:chPref val="3"/>
        </dgm:presLayoutVars>
      </dgm:prSet>
      <dgm:spPr/>
    </dgm:pt>
    <dgm:pt modelId="{7443D4CD-095F-41D3-96F1-3AF6AAE5A486}" type="pres">
      <dgm:prSet presAssocID="{BB2E69D8-DBD4-4288-B60D-BA81C2ECE5B0}" presName="level3hierChild" presStyleCnt="0"/>
      <dgm:spPr/>
    </dgm:pt>
    <dgm:pt modelId="{1BAD98AB-6364-4C73-B40F-B1B3F13C5478}" type="pres">
      <dgm:prSet presAssocID="{E93BEA13-EAC5-460B-AEF3-ADAB633ED609}" presName="conn2-1" presStyleLbl="parChTrans1D2" presStyleIdx="1" presStyleCnt="4"/>
      <dgm:spPr/>
    </dgm:pt>
    <dgm:pt modelId="{E2DD8922-8193-48A7-8FB6-4C6807AA43E1}" type="pres">
      <dgm:prSet presAssocID="{E93BEA13-EAC5-460B-AEF3-ADAB633ED609}" presName="connTx" presStyleLbl="parChTrans1D2" presStyleIdx="1" presStyleCnt="4"/>
      <dgm:spPr/>
    </dgm:pt>
    <dgm:pt modelId="{FB1C1593-D8BB-431D-BCC5-DD36C1E68D74}" type="pres">
      <dgm:prSet presAssocID="{A7DBE890-7F72-4A7A-8985-F5C5A4F50B3E}" presName="root2" presStyleCnt="0"/>
      <dgm:spPr/>
    </dgm:pt>
    <dgm:pt modelId="{0D130B93-01AA-42D6-B1FC-49292AB6784E}" type="pres">
      <dgm:prSet presAssocID="{A7DBE890-7F72-4A7A-8985-F5C5A4F50B3E}" presName="LevelTwoTextNode" presStyleLbl="node2" presStyleIdx="1" presStyleCnt="4">
        <dgm:presLayoutVars>
          <dgm:chPref val="3"/>
        </dgm:presLayoutVars>
      </dgm:prSet>
      <dgm:spPr/>
    </dgm:pt>
    <dgm:pt modelId="{AA79A319-A0F0-4DF9-A9E5-123C07A12D5A}" type="pres">
      <dgm:prSet presAssocID="{A7DBE890-7F72-4A7A-8985-F5C5A4F50B3E}" presName="level3hierChild" presStyleCnt="0"/>
      <dgm:spPr/>
    </dgm:pt>
    <dgm:pt modelId="{F8F84422-223E-4D51-B641-52AD06C5634F}" type="pres">
      <dgm:prSet presAssocID="{8CBDC44F-AD9F-4452-8C64-47B8032B0EBE}" presName="conn2-1" presStyleLbl="parChTrans1D2" presStyleIdx="2" presStyleCnt="4"/>
      <dgm:spPr/>
    </dgm:pt>
    <dgm:pt modelId="{EB3BE812-7A18-449B-852E-092B3536781C}" type="pres">
      <dgm:prSet presAssocID="{8CBDC44F-AD9F-4452-8C64-47B8032B0EBE}" presName="connTx" presStyleLbl="parChTrans1D2" presStyleIdx="2" presStyleCnt="4"/>
      <dgm:spPr/>
    </dgm:pt>
    <dgm:pt modelId="{016C99FD-E2A8-4873-8E3B-56A789B8471C}" type="pres">
      <dgm:prSet presAssocID="{6D359CF6-A825-420B-B82E-52A92B2909F1}" presName="root2" presStyleCnt="0"/>
      <dgm:spPr/>
    </dgm:pt>
    <dgm:pt modelId="{1E3EB135-7811-4B55-8144-FB5C052B9675}" type="pres">
      <dgm:prSet presAssocID="{6D359CF6-A825-420B-B82E-52A92B2909F1}" presName="LevelTwoTextNode" presStyleLbl="node2" presStyleIdx="2" presStyleCnt="4">
        <dgm:presLayoutVars>
          <dgm:chPref val="3"/>
        </dgm:presLayoutVars>
      </dgm:prSet>
      <dgm:spPr/>
    </dgm:pt>
    <dgm:pt modelId="{99535DCD-8F2C-4829-97D8-AE008C587F5A}" type="pres">
      <dgm:prSet presAssocID="{6D359CF6-A825-420B-B82E-52A92B2909F1}" presName="level3hierChild" presStyleCnt="0"/>
      <dgm:spPr/>
    </dgm:pt>
    <dgm:pt modelId="{F21C6635-0199-4B0E-B33E-42314E018067}" type="pres">
      <dgm:prSet presAssocID="{33ECA2F1-CA6C-470B-B341-37797308D394}" presName="conn2-1" presStyleLbl="parChTrans1D2" presStyleIdx="3" presStyleCnt="4"/>
      <dgm:spPr/>
    </dgm:pt>
    <dgm:pt modelId="{46DCE0AD-17E3-426B-8FAE-344F3E084A77}" type="pres">
      <dgm:prSet presAssocID="{33ECA2F1-CA6C-470B-B341-37797308D394}" presName="connTx" presStyleLbl="parChTrans1D2" presStyleIdx="3" presStyleCnt="4"/>
      <dgm:spPr/>
    </dgm:pt>
    <dgm:pt modelId="{9EF1F02F-3E3B-44AB-9EF7-3B572A8107B0}" type="pres">
      <dgm:prSet presAssocID="{838D5D9B-E792-45DE-B252-C29D79B16DEE}" presName="root2" presStyleCnt="0"/>
      <dgm:spPr/>
    </dgm:pt>
    <dgm:pt modelId="{4B8CD35E-F666-45A7-960D-844E1AB49ED2}" type="pres">
      <dgm:prSet presAssocID="{838D5D9B-E792-45DE-B252-C29D79B16DEE}" presName="LevelTwoTextNode" presStyleLbl="node2" presStyleIdx="3" presStyleCnt="4">
        <dgm:presLayoutVars>
          <dgm:chPref val="3"/>
        </dgm:presLayoutVars>
      </dgm:prSet>
      <dgm:spPr/>
    </dgm:pt>
    <dgm:pt modelId="{A6C25FB8-D529-4B7F-B3E5-14CD012B973B}" type="pres">
      <dgm:prSet presAssocID="{838D5D9B-E792-45DE-B252-C29D79B16DEE}" presName="level3hierChild" presStyleCnt="0"/>
      <dgm:spPr/>
    </dgm:pt>
  </dgm:ptLst>
  <dgm:cxnLst>
    <dgm:cxn modelId="{5B545F08-E037-4296-B3C6-E41975DA3B77}" type="presOf" srcId="{7218DF2E-535B-4948-9551-EBB36B929444}" destId="{6BB7C9BF-8663-459A-B51B-EC640FC2AFF4}" srcOrd="1" destOrd="0" presId="urn:microsoft.com/office/officeart/2005/8/layout/hierarchy2"/>
    <dgm:cxn modelId="{B8815812-C655-419B-96E4-A86295426943}" srcId="{60CB1B17-7A14-4288-8723-411A632277AA}" destId="{2591A48E-7548-443D-A78C-54DB7DA0CA03}" srcOrd="1" destOrd="0" parTransId="{D751F324-4382-49CD-BC12-3DA90F35E640}" sibTransId="{B1F1B104-04A8-4A93-8DA2-E6743C57A861}"/>
    <dgm:cxn modelId="{39DE452C-41E1-4A6E-8409-85A0743E8F98}" type="presOf" srcId="{60CB1B17-7A14-4288-8723-411A632277AA}" destId="{16EC350A-DF04-4209-90BC-950A84074AAD}" srcOrd="0" destOrd="0" presId="urn:microsoft.com/office/officeart/2005/8/layout/hierarchy2"/>
    <dgm:cxn modelId="{B4431B30-1AC0-4B77-B6C0-F1F4D8FD5C6B}" srcId="{2591A48E-7548-443D-A78C-54DB7DA0CA03}" destId="{BB2E69D8-DBD4-4288-B60D-BA81C2ECE5B0}" srcOrd="0" destOrd="0" parTransId="{7218DF2E-535B-4948-9551-EBB36B929444}" sibTransId="{ED24AB86-FF59-4A0A-B720-3D52D2E8E28A}"/>
    <dgm:cxn modelId="{4E256A3A-05B9-493F-9B4F-8D7E0D69A9AA}" type="presOf" srcId="{4FB092C1-117B-4E27-BA4F-5CDEC068FEFD}" destId="{3EA92C0D-10B7-476D-AF41-F9C668A59F8D}" srcOrd="0" destOrd="0" presId="urn:microsoft.com/office/officeart/2005/8/layout/hierarchy2"/>
    <dgm:cxn modelId="{71B6A446-F2AE-404F-8B7D-C2214B339AE9}" type="presOf" srcId="{BB2E69D8-DBD4-4288-B60D-BA81C2ECE5B0}" destId="{068DFA31-0A6E-4E1D-A033-055B1D67430C}" srcOrd="0" destOrd="0" presId="urn:microsoft.com/office/officeart/2005/8/layout/hierarchy2"/>
    <dgm:cxn modelId="{6D9D4947-4F73-4407-91C3-3E0911C481C6}" type="presOf" srcId="{6D359CF6-A825-420B-B82E-52A92B2909F1}" destId="{1E3EB135-7811-4B55-8144-FB5C052B9675}" srcOrd="0" destOrd="0" presId="urn:microsoft.com/office/officeart/2005/8/layout/hierarchy2"/>
    <dgm:cxn modelId="{68AC304C-8A14-4B09-9DF7-155ED6545810}" type="presOf" srcId="{33ECA2F1-CA6C-470B-B341-37797308D394}" destId="{46DCE0AD-17E3-426B-8FAE-344F3E084A77}" srcOrd="1" destOrd="0" presId="urn:microsoft.com/office/officeart/2005/8/layout/hierarchy2"/>
    <dgm:cxn modelId="{9002656F-237A-402C-8A56-5BE625EE9C0A}" type="presOf" srcId="{A7DBE890-7F72-4A7A-8985-F5C5A4F50B3E}" destId="{0D130B93-01AA-42D6-B1FC-49292AB6784E}" srcOrd="0" destOrd="0" presId="urn:microsoft.com/office/officeart/2005/8/layout/hierarchy2"/>
    <dgm:cxn modelId="{8065C677-7C67-40BC-B33B-57BF2F2BD530}" type="presOf" srcId="{33ECA2F1-CA6C-470B-B341-37797308D394}" destId="{F21C6635-0199-4B0E-B33E-42314E018067}" srcOrd="0" destOrd="0" presId="urn:microsoft.com/office/officeart/2005/8/layout/hierarchy2"/>
    <dgm:cxn modelId="{5F9DE07E-8714-4EAF-85B1-0A711DFE152C}" srcId="{2591A48E-7548-443D-A78C-54DB7DA0CA03}" destId="{A7DBE890-7F72-4A7A-8985-F5C5A4F50B3E}" srcOrd="1" destOrd="0" parTransId="{E93BEA13-EAC5-460B-AEF3-ADAB633ED609}" sibTransId="{F65E1941-84B6-464E-B678-FA314E084879}"/>
    <dgm:cxn modelId="{FAE77B91-CB73-4219-AC61-958C00FDD7F2}" type="presOf" srcId="{E93BEA13-EAC5-460B-AEF3-ADAB633ED609}" destId="{E2DD8922-8193-48A7-8FB6-4C6807AA43E1}" srcOrd="1" destOrd="0" presId="urn:microsoft.com/office/officeart/2005/8/layout/hierarchy2"/>
    <dgm:cxn modelId="{D1ED4696-695F-4F88-83B0-A9D70E0BD5F1}" type="presOf" srcId="{838D5D9B-E792-45DE-B252-C29D79B16DEE}" destId="{4B8CD35E-F666-45A7-960D-844E1AB49ED2}" srcOrd="0" destOrd="0" presId="urn:microsoft.com/office/officeart/2005/8/layout/hierarchy2"/>
    <dgm:cxn modelId="{75E465AF-1ABE-46FA-A255-BCFA592A8611}" type="presOf" srcId="{8CBDC44F-AD9F-4452-8C64-47B8032B0EBE}" destId="{F8F84422-223E-4D51-B641-52AD06C5634F}" srcOrd="0" destOrd="0" presId="urn:microsoft.com/office/officeart/2005/8/layout/hierarchy2"/>
    <dgm:cxn modelId="{170581B1-AE86-4F20-965F-42EF33F40DEB}" type="presOf" srcId="{7218DF2E-535B-4948-9551-EBB36B929444}" destId="{955D6400-C99F-43BD-B254-22B4A879C92B}" srcOrd="0" destOrd="0" presId="urn:microsoft.com/office/officeart/2005/8/layout/hierarchy2"/>
    <dgm:cxn modelId="{FC12DDB6-89BC-4D89-A2F8-AE3E3273749E}" srcId="{60CB1B17-7A14-4288-8723-411A632277AA}" destId="{4FB092C1-117B-4E27-BA4F-5CDEC068FEFD}" srcOrd="0" destOrd="0" parTransId="{301237F0-4C72-447F-B719-2710804FB0FF}" sibTransId="{DF14ECF2-6D1D-44EC-AC6A-67400B8032EC}"/>
    <dgm:cxn modelId="{41DA8ED3-26EF-4E5E-8AB9-5E825794548A}" type="presOf" srcId="{2591A48E-7548-443D-A78C-54DB7DA0CA03}" destId="{2CE7BD28-65AF-4EF7-A0C8-45FFE3C3FB8C}" srcOrd="0" destOrd="0" presId="urn:microsoft.com/office/officeart/2005/8/layout/hierarchy2"/>
    <dgm:cxn modelId="{F8BE70E1-C36F-44DC-8D0A-07920B12E839}" srcId="{2591A48E-7548-443D-A78C-54DB7DA0CA03}" destId="{838D5D9B-E792-45DE-B252-C29D79B16DEE}" srcOrd="3" destOrd="0" parTransId="{33ECA2F1-CA6C-470B-B341-37797308D394}" sibTransId="{D1BB11BB-8FAD-475B-8CC2-B1EB79518362}"/>
    <dgm:cxn modelId="{616243EE-AD65-4657-B9D2-43EA1C078217}" type="presOf" srcId="{E93BEA13-EAC5-460B-AEF3-ADAB633ED609}" destId="{1BAD98AB-6364-4C73-B40F-B1B3F13C5478}" srcOrd="0" destOrd="0" presId="urn:microsoft.com/office/officeart/2005/8/layout/hierarchy2"/>
    <dgm:cxn modelId="{BE638EFB-7311-4A44-B59D-A0195A713508}" srcId="{2591A48E-7548-443D-A78C-54DB7DA0CA03}" destId="{6D359CF6-A825-420B-B82E-52A92B2909F1}" srcOrd="2" destOrd="0" parTransId="{8CBDC44F-AD9F-4452-8C64-47B8032B0EBE}" sibTransId="{18FFA3EB-30F7-4165-9761-0B7F92F8C26D}"/>
    <dgm:cxn modelId="{9B79ACFE-0355-41C1-9968-CBC82C7B1226}" type="presOf" srcId="{8CBDC44F-AD9F-4452-8C64-47B8032B0EBE}" destId="{EB3BE812-7A18-449B-852E-092B3536781C}" srcOrd="1" destOrd="0" presId="urn:microsoft.com/office/officeart/2005/8/layout/hierarchy2"/>
    <dgm:cxn modelId="{F143C8C7-9E2D-47D0-827A-78B249BDA09B}" type="presParOf" srcId="{16EC350A-DF04-4209-90BC-950A84074AAD}" destId="{1F3FFA3E-2B35-478B-9A75-54CFB5302FBB}" srcOrd="0" destOrd="0" presId="urn:microsoft.com/office/officeart/2005/8/layout/hierarchy2"/>
    <dgm:cxn modelId="{14C1C612-94CE-40BD-9A7F-F18563D7C194}" type="presParOf" srcId="{1F3FFA3E-2B35-478B-9A75-54CFB5302FBB}" destId="{3EA92C0D-10B7-476D-AF41-F9C668A59F8D}" srcOrd="0" destOrd="0" presId="urn:microsoft.com/office/officeart/2005/8/layout/hierarchy2"/>
    <dgm:cxn modelId="{E2BF3905-C782-4CF6-966E-9A7E5C3C3021}" type="presParOf" srcId="{1F3FFA3E-2B35-478B-9A75-54CFB5302FBB}" destId="{4B66107C-6B62-4B9D-991F-A512DFD4D16E}" srcOrd="1" destOrd="0" presId="urn:microsoft.com/office/officeart/2005/8/layout/hierarchy2"/>
    <dgm:cxn modelId="{9A872277-9E6D-44A3-88D0-7667650724CA}" type="presParOf" srcId="{16EC350A-DF04-4209-90BC-950A84074AAD}" destId="{F29E605C-E4A1-4891-90C4-B1E1C0B9BFDE}" srcOrd="1" destOrd="0" presId="urn:microsoft.com/office/officeart/2005/8/layout/hierarchy2"/>
    <dgm:cxn modelId="{9B48EA09-726D-4E06-B19A-5A3EFA57D4B6}" type="presParOf" srcId="{F29E605C-E4A1-4891-90C4-B1E1C0B9BFDE}" destId="{2CE7BD28-65AF-4EF7-A0C8-45FFE3C3FB8C}" srcOrd="0" destOrd="0" presId="urn:microsoft.com/office/officeart/2005/8/layout/hierarchy2"/>
    <dgm:cxn modelId="{198BBFEB-6F9E-43F7-A8B5-D41E2241BDBC}" type="presParOf" srcId="{F29E605C-E4A1-4891-90C4-B1E1C0B9BFDE}" destId="{A90DCBFD-6E9C-4AE2-B4AB-8FDF8319B5D4}" srcOrd="1" destOrd="0" presId="urn:microsoft.com/office/officeart/2005/8/layout/hierarchy2"/>
    <dgm:cxn modelId="{C99326B0-7FD6-441D-80BA-92371D712F10}" type="presParOf" srcId="{A90DCBFD-6E9C-4AE2-B4AB-8FDF8319B5D4}" destId="{955D6400-C99F-43BD-B254-22B4A879C92B}" srcOrd="0" destOrd="0" presId="urn:microsoft.com/office/officeart/2005/8/layout/hierarchy2"/>
    <dgm:cxn modelId="{70A5E8B8-D16A-4DD7-9FFD-8CDF711EF5D2}" type="presParOf" srcId="{955D6400-C99F-43BD-B254-22B4A879C92B}" destId="{6BB7C9BF-8663-459A-B51B-EC640FC2AFF4}" srcOrd="0" destOrd="0" presId="urn:microsoft.com/office/officeart/2005/8/layout/hierarchy2"/>
    <dgm:cxn modelId="{EE31F43A-1A96-4617-B46C-D31B513876B0}" type="presParOf" srcId="{A90DCBFD-6E9C-4AE2-B4AB-8FDF8319B5D4}" destId="{887CC51A-9981-4271-816D-0BC8F87CD82C}" srcOrd="1" destOrd="0" presId="urn:microsoft.com/office/officeart/2005/8/layout/hierarchy2"/>
    <dgm:cxn modelId="{F80016C6-4C3E-44C8-9C41-1A98F681BF02}" type="presParOf" srcId="{887CC51A-9981-4271-816D-0BC8F87CD82C}" destId="{068DFA31-0A6E-4E1D-A033-055B1D67430C}" srcOrd="0" destOrd="0" presId="urn:microsoft.com/office/officeart/2005/8/layout/hierarchy2"/>
    <dgm:cxn modelId="{7BE44F3E-0B2B-46CA-82D7-DDACDD4995A7}" type="presParOf" srcId="{887CC51A-9981-4271-816D-0BC8F87CD82C}" destId="{7443D4CD-095F-41D3-96F1-3AF6AAE5A486}" srcOrd="1" destOrd="0" presId="urn:microsoft.com/office/officeart/2005/8/layout/hierarchy2"/>
    <dgm:cxn modelId="{68397A82-BD75-4CD9-81E7-6994C61D68D0}" type="presParOf" srcId="{A90DCBFD-6E9C-4AE2-B4AB-8FDF8319B5D4}" destId="{1BAD98AB-6364-4C73-B40F-B1B3F13C5478}" srcOrd="2" destOrd="0" presId="urn:microsoft.com/office/officeart/2005/8/layout/hierarchy2"/>
    <dgm:cxn modelId="{A5EDEA58-017C-4BDB-8EEC-7B9989742F20}" type="presParOf" srcId="{1BAD98AB-6364-4C73-B40F-B1B3F13C5478}" destId="{E2DD8922-8193-48A7-8FB6-4C6807AA43E1}" srcOrd="0" destOrd="0" presId="urn:microsoft.com/office/officeart/2005/8/layout/hierarchy2"/>
    <dgm:cxn modelId="{ED98C2B0-ADF2-4E76-922C-B14A1FA9CF46}" type="presParOf" srcId="{A90DCBFD-6E9C-4AE2-B4AB-8FDF8319B5D4}" destId="{FB1C1593-D8BB-431D-BCC5-DD36C1E68D74}" srcOrd="3" destOrd="0" presId="urn:microsoft.com/office/officeart/2005/8/layout/hierarchy2"/>
    <dgm:cxn modelId="{EAF58222-9412-48A4-A15D-D2DF4E712B2D}" type="presParOf" srcId="{FB1C1593-D8BB-431D-BCC5-DD36C1E68D74}" destId="{0D130B93-01AA-42D6-B1FC-49292AB6784E}" srcOrd="0" destOrd="0" presId="urn:microsoft.com/office/officeart/2005/8/layout/hierarchy2"/>
    <dgm:cxn modelId="{971EEBB2-F4B6-4651-85C2-9B417D57AF49}" type="presParOf" srcId="{FB1C1593-D8BB-431D-BCC5-DD36C1E68D74}" destId="{AA79A319-A0F0-4DF9-A9E5-123C07A12D5A}" srcOrd="1" destOrd="0" presId="urn:microsoft.com/office/officeart/2005/8/layout/hierarchy2"/>
    <dgm:cxn modelId="{B9902CA9-F75B-4920-A3BE-0E16D1FBF378}" type="presParOf" srcId="{A90DCBFD-6E9C-4AE2-B4AB-8FDF8319B5D4}" destId="{F8F84422-223E-4D51-B641-52AD06C5634F}" srcOrd="4" destOrd="0" presId="urn:microsoft.com/office/officeart/2005/8/layout/hierarchy2"/>
    <dgm:cxn modelId="{BE0238A3-8801-427E-8CFC-0BA95B8A1DAD}" type="presParOf" srcId="{F8F84422-223E-4D51-B641-52AD06C5634F}" destId="{EB3BE812-7A18-449B-852E-092B3536781C}" srcOrd="0" destOrd="0" presId="urn:microsoft.com/office/officeart/2005/8/layout/hierarchy2"/>
    <dgm:cxn modelId="{9E905773-CB86-41B6-A1E7-A9DAF168EC06}" type="presParOf" srcId="{A90DCBFD-6E9C-4AE2-B4AB-8FDF8319B5D4}" destId="{016C99FD-E2A8-4873-8E3B-56A789B8471C}" srcOrd="5" destOrd="0" presId="urn:microsoft.com/office/officeart/2005/8/layout/hierarchy2"/>
    <dgm:cxn modelId="{5E51245A-1224-46F9-9456-B31EE0EE005C}" type="presParOf" srcId="{016C99FD-E2A8-4873-8E3B-56A789B8471C}" destId="{1E3EB135-7811-4B55-8144-FB5C052B9675}" srcOrd="0" destOrd="0" presId="urn:microsoft.com/office/officeart/2005/8/layout/hierarchy2"/>
    <dgm:cxn modelId="{87FE3C8C-D978-41BE-8061-05B3E19D959A}" type="presParOf" srcId="{016C99FD-E2A8-4873-8E3B-56A789B8471C}" destId="{99535DCD-8F2C-4829-97D8-AE008C587F5A}" srcOrd="1" destOrd="0" presId="urn:microsoft.com/office/officeart/2005/8/layout/hierarchy2"/>
    <dgm:cxn modelId="{640736B0-EF02-4A90-B9A3-BFA2ABDBF507}" type="presParOf" srcId="{A90DCBFD-6E9C-4AE2-B4AB-8FDF8319B5D4}" destId="{F21C6635-0199-4B0E-B33E-42314E018067}" srcOrd="6" destOrd="0" presId="urn:microsoft.com/office/officeart/2005/8/layout/hierarchy2"/>
    <dgm:cxn modelId="{2D4D0075-F867-4CA4-83AD-F145129186AA}" type="presParOf" srcId="{F21C6635-0199-4B0E-B33E-42314E018067}" destId="{46DCE0AD-17E3-426B-8FAE-344F3E084A77}" srcOrd="0" destOrd="0" presId="urn:microsoft.com/office/officeart/2005/8/layout/hierarchy2"/>
    <dgm:cxn modelId="{FA642265-9422-430D-9522-4EFD4828EE9B}" type="presParOf" srcId="{A90DCBFD-6E9C-4AE2-B4AB-8FDF8319B5D4}" destId="{9EF1F02F-3E3B-44AB-9EF7-3B572A8107B0}" srcOrd="7" destOrd="0" presId="urn:microsoft.com/office/officeart/2005/8/layout/hierarchy2"/>
    <dgm:cxn modelId="{C149A2AA-1D17-427A-8555-303F5CA294B0}" type="presParOf" srcId="{9EF1F02F-3E3B-44AB-9EF7-3B572A8107B0}" destId="{4B8CD35E-F666-45A7-960D-844E1AB49ED2}" srcOrd="0" destOrd="0" presId="urn:microsoft.com/office/officeart/2005/8/layout/hierarchy2"/>
    <dgm:cxn modelId="{1CE63257-E619-4524-AEB7-66307B5CC743}" type="presParOf" srcId="{9EF1F02F-3E3B-44AB-9EF7-3B572A8107B0}" destId="{A6C25FB8-D529-4B7F-B3E5-14CD012B973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36C18F-52B0-4261-B5D1-6FEAB58ED6A3}" type="doc">
      <dgm:prSet loTypeId="urn:microsoft.com/office/officeart/2005/8/layout/radial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7F466B7D-EAB5-4BCC-804E-978596686B32}">
      <dgm:prSet/>
      <dgm:spPr/>
      <dgm:t>
        <a:bodyPr/>
        <a:lstStyle/>
        <a:p>
          <a:r>
            <a:rPr lang="en-GB"/>
            <a:t>Challenges:</a:t>
          </a:r>
        </a:p>
      </dgm:t>
    </dgm:pt>
    <dgm:pt modelId="{E23E4156-3F18-4523-A5AE-4995A39C8E09}" type="parTrans" cxnId="{3151F2F3-0894-4C7F-8DCD-54E5DFDE9A03}">
      <dgm:prSet/>
      <dgm:spPr/>
      <dgm:t>
        <a:bodyPr/>
        <a:lstStyle/>
        <a:p>
          <a:endParaRPr lang="en-GB"/>
        </a:p>
      </dgm:t>
    </dgm:pt>
    <dgm:pt modelId="{03FB6B02-8D14-4D86-A323-3EBADD185269}" type="sibTrans" cxnId="{3151F2F3-0894-4C7F-8DCD-54E5DFDE9A03}">
      <dgm:prSet/>
      <dgm:spPr/>
      <dgm:t>
        <a:bodyPr/>
        <a:lstStyle/>
        <a:p>
          <a:endParaRPr lang="en-GB"/>
        </a:p>
      </dgm:t>
    </dgm:pt>
    <dgm:pt modelId="{B11F4EBE-C464-490B-8FB8-9EF4FEB2A531}">
      <dgm:prSet/>
      <dgm:spPr/>
      <dgm:t>
        <a:bodyPr/>
        <a:lstStyle/>
        <a:p>
          <a:r>
            <a:rPr lang="en-GB"/>
            <a:t>Unstructured revision</a:t>
          </a:r>
        </a:p>
      </dgm:t>
    </dgm:pt>
    <dgm:pt modelId="{3CDFDE7D-7507-4A52-9D22-80BA30B9F757}" type="parTrans" cxnId="{1C26084C-877A-4CC3-8C0B-1CA06E8D9587}">
      <dgm:prSet/>
      <dgm:spPr/>
      <dgm:t>
        <a:bodyPr/>
        <a:lstStyle/>
        <a:p>
          <a:endParaRPr lang="en-GB"/>
        </a:p>
      </dgm:t>
    </dgm:pt>
    <dgm:pt modelId="{18D4ED5E-3CDD-4F0E-9FFC-74510FF9C194}" type="sibTrans" cxnId="{1C26084C-877A-4CC3-8C0B-1CA06E8D9587}">
      <dgm:prSet/>
      <dgm:spPr/>
      <dgm:t>
        <a:bodyPr/>
        <a:lstStyle/>
        <a:p>
          <a:endParaRPr lang="en-GB"/>
        </a:p>
      </dgm:t>
    </dgm:pt>
    <dgm:pt modelId="{D726BA90-89B3-456A-BB3D-93A54FBEA7DA}">
      <dgm:prSet/>
      <dgm:spPr/>
      <dgm:t>
        <a:bodyPr/>
        <a:lstStyle/>
        <a:p>
          <a:r>
            <a:rPr lang="en-GB"/>
            <a:t>Complex networking concepts</a:t>
          </a:r>
        </a:p>
      </dgm:t>
    </dgm:pt>
    <dgm:pt modelId="{69C3D0D0-5554-4679-87DE-C9929369C621}" type="parTrans" cxnId="{02EBD295-9C3F-42BB-9E07-2D30FA40292D}">
      <dgm:prSet/>
      <dgm:spPr/>
      <dgm:t>
        <a:bodyPr/>
        <a:lstStyle/>
        <a:p>
          <a:endParaRPr lang="en-GB"/>
        </a:p>
      </dgm:t>
    </dgm:pt>
    <dgm:pt modelId="{D4A52678-B0B9-4454-A567-481B07C31EEE}" type="sibTrans" cxnId="{02EBD295-9C3F-42BB-9E07-2D30FA40292D}">
      <dgm:prSet/>
      <dgm:spPr/>
      <dgm:t>
        <a:bodyPr/>
        <a:lstStyle/>
        <a:p>
          <a:endParaRPr lang="en-GB"/>
        </a:p>
      </dgm:t>
    </dgm:pt>
    <dgm:pt modelId="{C2AE1BF4-9F1B-461C-B3C8-D09243E619FD}">
      <dgm:prSet/>
      <dgm:spPr/>
      <dgm:t>
        <a:bodyPr/>
        <a:lstStyle/>
        <a:p>
          <a:r>
            <a:rPr lang="en-GB"/>
            <a:t>Limited MCQ practice</a:t>
          </a:r>
        </a:p>
      </dgm:t>
    </dgm:pt>
    <dgm:pt modelId="{41B5D775-89E8-42D8-9474-3BE9ABA8B346}" type="parTrans" cxnId="{82B5BA8E-9CA2-4853-91FB-43F2FC96CF44}">
      <dgm:prSet/>
      <dgm:spPr/>
      <dgm:t>
        <a:bodyPr/>
        <a:lstStyle/>
        <a:p>
          <a:endParaRPr lang="en-GB"/>
        </a:p>
      </dgm:t>
    </dgm:pt>
    <dgm:pt modelId="{7BEE2F28-C5F4-4AF1-A68D-0C2D872D504B}" type="sibTrans" cxnId="{82B5BA8E-9CA2-4853-91FB-43F2FC96CF44}">
      <dgm:prSet/>
      <dgm:spPr/>
      <dgm:t>
        <a:bodyPr/>
        <a:lstStyle/>
        <a:p>
          <a:endParaRPr lang="en-GB"/>
        </a:p>
      </dgm:t>
    </dgm:pt>
    <dgm:pt modelId="{2DD9AB3E-94BA-4378-A675-0FC06B5B33F9}">
      <dgm:prSet/>
      <dgm:spPr/>
      <dgm:t>
        <a:bodyPr/>
        <a:lstStyle/>
        <a:p>
          <a:r>
            <a:rPr lang="en-GB"/>
            <a:t>Lack of personalized feedback</a:t>
          </a:r>
        </a:p>
      </dgm:t>
    </dgm:pt>
    <dgm:pt modelId="{44EE0B26-2047-493C-BD5B-3A6690C74C87}" type="parTrans" cxnId="{7D8201AE-3164-48F6-BB8A-5100D21ED080}">
      <dgm:prSet/>
      <dgm:spPr/>
      <dgm:t>
        <a:bodyPr/>
        <a:lstStyle/>
        <a:p>
          <a:endParaRPr lang="en-GB"/>
        </a:p>
      </dgm:t>
    </dgm:pt>
    <dgm:pt modelId="{E9AC9993-0831-4765-8D44-58AD4BA6B0B2}" type="sibTrans" cxnId="{7D8201AE-3164-48F6-BB8A-5100D21ED080}">
      <dgm:prSet/>
      <dgm:spPr/>
      <dgm:t>
        <a:bodyPr/>
        <a:lstStyle/>
        <a:p>
          <a:endParaRPr lang="en-GB"/>
        </a:p>
      </dgm:t>
    </dgm:pt>
    <dgm:pt modelId="{7D74262B-8C16-4CDA-B56E-6E4A2017611C}">
      <dgm:prSet/>
      <dgm:spPr/>
      <dgm:t>
        <a:bodyPr/>
        <a:lstStyle/>
        <a:p>
          <a:r>
            <a:rPr lang="en-GB"/>
            <a:t>CCNA Quiz Bot: Python-based Discord bot</a:t>
          </a:r>
        </a:p>
      </dgm:t>
    </dgm:pt>
    <dgm:pt modelId="{FAEF47B3-1DE4-4536-BB0E-14E3F642B23A}" type="parTrans" cxnId="{D72654EA-5B70-4186-AA53-394F8A3A96E5}">
      <dgm:prSet/>
      <dgm:spPr/>
      <dgm:t>
        <a:bodyPr/>
        <a:lstStyle/>
        <a:p>
          <a:endParaRPr lang="en-GB"/>
        </a:p>
      </dgm:t>
    </dgm:pt>
    <dgm:pt modelId="{4D99D4F1-8277-4F37-AFC5-F7092DE9648B}" type="sibTrans" cxnId="{D72654EA-5B70-4186-AA53-394F8A3A96E5}">
      <dgm:prSet/>
      <dgm:spPr/>
      <dgm:t>
        <a:bodyPr/>
        <a:lstStyle/>
        <a:p>
          <a:endParaRPr lang="en-GB"/>
        </a:p>
      </dgm:t>
    </dgm:pt>
    <dgm:pt modelId="{ACD2157F-BE7F-4C8C-88B6-7AB01B4AA1C8}">
      <dgm:prSet/>
      <dgm:spPr/>
      <dgm:t>
        <a:bodyPr/>
        <a:lstStyle/>
        <a:p>
          <a:r>
            <a:rPr lang="en-GB"/>
            <a:t>Objectives:</a:t>
          </a:r>
        </a:p>
      </dgm:t>
    </dgm:pt>
    <dgm:pt modelId="{6133EBCC-AC4B-41C0-A4FC-87DAF90EE160}" type="parTrans" cxnId="{AB8BA170-D993-4D02-9D3B-33210C9D4638}">
      <dgm:prSet/>
      <dgm:spPr/>
      <dgm:t>
        <a:bodyPr/>
        <a:lstStyle/>
        <a:p>
          <a:endParaRPr lang="en-GB"/>
        </a:p>
      </dgm:t>
    </dgm:pt>
    <dgm:pt modelId="{7B76A9A3-E55A-4524-91A1-E2B2A28532A7}" type="sibTrans" cxnId="{AB8BA170-D993-4D02-9D3B-33210C9D4638}">
      <dgm:prSet/>
      <dgm:spPr/>
      <dgm:t>
        <a:bodyPr/>
        <a:lstStyle/>
        <a:p>
          <a:endParaRPr lang="en-GB"/>
        </a:p>
      </dgm:t>
    </dgm:pt>
    <dgm:pt modelId="{5E35F758-65CF-47D3-B6F0-41836A093FBB}">
      <dgm:prSet/>
      <dgm:spPr/>
      <dgm:t>
        <a:bodyPr/>
        <a:lstStyle/>
        <a:p>
          <a:r>
            <a:rPr lang="en-GB"/>
            <a:t>Structured quizzes</a:t>
          </a:r>
        </a:p>
      </dgm:t>
    </dgm:pt>
    <dgm:pt modelId="{594EF266-071C-40CA-866C-FD7EE194EDF9}" type="parTrans" cxnId="{6B0511C5-E988-4C9C-A171-B6C6F5B43AB2}">
      <dgm:prSet/>
      <dgm:spPr/>
      <dgm:t>
        <a:bodyPr/>
        <a:lstStyle/>
        <a:p>
          <a:endParaRPr lang="en-GB"/>
        </a:p>
      </dgm:t>
    </dgm:pt>
    <dgm:pt modelId="{787833B7-0A9C-4F2E-8366-8F307658A69E}" type="sibTrans" cxnId="{6B0511C5-E988-4C9C-A171-B6C6F5B43AB2}">
      <dgm:prSet/>
      <dgm:spPr/>
      <dgm:t>
        <a:bodyPr/>
        <a:lstStyle/>
        <a:p>
          <a:endParaRPr lang="en-GB"/>
        </a:p>
      </dgm:t>
    </dgm:pt>
    <dgm:pt modelId="{1E323E64-D241-4466-A7AE-1403F454C5A7}">
      <dgm:prSet/>
      <dgm:spPr/>
      <dgm:t>
        <a:bodyPr/>
        <a:lstStyle/>
        <a:p>
          <a:r>
            <a:rPr lang="en-GB"/>
            <a:t>Automated flashcards, reminders</a:t>
          </a:r>
        </a:p>
      </dgm:t>
    </dgm:pt>
    <dgm:pt modelId="{517469B6-74FA-431A-9059-2DC4B93E5778}" type="parTrans" cxnId="{854CA972-AA6A-4473-A4FF-7DE2A3AC030D}">
      <dgm:prSet/>
      <dgm:spPr/>
      <dgm:t>
        <a:bodyPr/>
        <a:lstStyle/>
        <a:p>
          <a:endParaRPr lang="en-GB"/>
        </a:p>
      </dgm:t>
    </dgm:pt>
    <dgm:pt modelId="{DE0CFF46-9588-41F6-806D-F5525E12175E}" type="sibTrans" cxnId="{854CA972-AA6A-4473-A4FF-7DE2A3AC030D}">
      <dgm:prSet/>
      <dgm:spPr/>
      <dgm:t>
        <a:bodyPr/>
        <a:lstStyle/>
        <a:p>
          <a:endParaRPr lang="en-GB"/>
        </a:p>
      </dgm:t>
    </dgm:pt>
    <dgm:pt modelId="{7B96F177-427A-4E16-965A-C1BE11AFCF85}">
      <dgm:prSet/>
      <dgm:spPr/>
      <dgm:t>
        <a:bodyPr/>
        <a:lstStyle/>
        <a:p>
          <a:r>
            <a:rPr lang="en-GB"/>
            <a:t>Leaderboard gamification</a:t>
          </a:r>
        </a:p>
      </dgm:t>
    </dgm:pt>
    <dgm:pt modelId="{B581437C-FF8E-4739-81D2-06DC98061050}" type="parTrans" cxnId="{E1854282-DA4C-4E56-9E82-C396D0DB6EBB}">
      <dgm:prSet/>
      <dgm:spPr/>
      <dgm:t>
        <a:bodyPr/>
        <a:lstStyle/>
        <a:p>
          <a:endParaRPr lang="en-GB"/>
        </a:p>
      </dgm:t>
    </dgm:pt>
    <dgm:pt modelId="{E4C5FC55-CDB6-4D85-9E91-C99B98A866C3}" type="sibTrans" cxnId="{E1854282-DA4C-4E56-9E82-C396D0DB6EBB}">
      <dgm:prSet/>
      <dgm:spPr/>
      <dgm:t>
        <a:bodyPr/>
        <a:lstStyle/>
        <a:p>
          <a:endParaRPr lang="en-GB"/>
        </a:p>
      </dgm:t>
    </dgm:pt>
    <dgm:pt modelId="{961DFCD9-699E-42E3-B5DF-75F97D0F4CDF}">
      <dgm:prSet/>
      <dgm:spPr/>
      <dgm:t>
        <a:bodyPr/>
        <a:lstStyle/>
        <a:p>
          <a:r>
            <a:rPr lang="en-GB"/>
            <a:t>Educational resources</a:t>
          </a:r>
        </a:p>
      </dgm:t>
    </dgm:pt>
    <dgm:pt modelId="{41BCC918-7774-4139-8F28-7DE905457BA3}" type="parTrans" cxnId="{DAE24E0F-5010-4491-A21F-A19CB6A9F61F}">
      <dgm:prSet/>
      <dgm:spPr/>
      <dgm:t>
        <a:bodyPr/>
        <a:lstStyle/>
        <a:p>
          <a:endParaRPr lang="en-GB"/>
        </a:p>
      </dgm:t>
    </dgm:pt>
    <dgm:pt modelId="{E397979D-EB35-49E6-ACC0-2ECACE67A0AE}" type="sibTrans" cxnId="{DAE24E0F-5010-4491-A21F-A19CB6A9F61F}">
      <dgm:prSet/>
      <dgm:spPr/>
      <dgm:t>
        <a:bodyPr/>
        <a:lstStyle/>
        <a:p>
          <a:endParaRPr lang="en-GB"/>
        </a:p>
      </dgm:t>
    </dgm:pt>
    <dgm:pt modelId="{B20C1DE5-006F-40B3-9B70-7773E2E7B585}" type="pres">
      <dgm:prSet presAssocID="{0336C18F-52B0-4261-B5D1-6FEAB58ED6A3}" presName="composite" presStyleCnt="0">
        <dgm:presLayoutVars>
          <dgm:chMax val="5"/>
          <dgm:dir/>
          <dgm:animLvl val="ctr"/>
          <dgm:resizeHandles val="exact"/>
        </dgm:presLayoutVars>
      </dgm:prSet>
      <dgm:spPr/>
    </dgm:pt>
    <dgm:pt modelId="{483C7027-C5EF-4561-AD84-3C5F00AF630F}" type="pres">
      <dgm:prSet presAssocID="{0336C18F-52B0-4261-B5D1-6FEAB58ED6A3}" presName="cycle" presStyleCnt="0"/>
      <dgm:spPr/>
    </dgm:pt>
    <dgm:pt modelId="{D9A3317D-24EF-448C-8867-B5EF2F9B988D}" type="pres">
      <dgm:prSet presAssocID="{0336C18F-52B0-4261-B5D1-6FEAB58ED6A3}" presName="centerShape" presStyleCnt="0"/>
      <dgm:spPr/>
    </dgm:pt>
    <dgm:pt modelId="{CBF9C986-05D1-4EC2-B20F-ABA1AB1D12F1}" type="pres">
      <dgm:prSet presAssocID="{0336C18F-52B0-4261-B5D1-6FEAB58ED6A3}" presName="connSite" presStyleLbl="node1" presStyleIdx="0" presStyleCnt="4"/>
      <dgm:spPr/>
    </dgm:pt>
    <dgm:pt modelId="{9A8F3484-51E4-4424-AB80-7636C90BF0DC}" type="pres">
      <dgm:prSet presAssocID="{0336C18F-52B0-4261-B5D1-6FEAB58ED6A3}" presName="visible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  <dgm:extLst>
        <a:ext uri="{E40237B7-FDA0-4F09-8148-C483321AD2D9}">
          <dgm14:cNvPr xmlns:dgm14="http://schemas.microsoft.com/office/drawing/2010/diagram" id="0" name="" descr="Blue 3D wave design"/>
        </a:ext>
      </dgm:extLst>
    </dgm:pt>
    <dgm:pt modelId="{3A233ACC-EDE6-4F33-ADA7-69C664B9AB2E}" type="pres">
      <dgm:prSet presAssocID="{E23E4156-3F18-4523-A5AE-4995A39C8E09}" presName="Name25" presStyleLbl="parChTrans1D1" presStyleIdx="0" presStyleCnt="3"/>
      <dgm:spPr/>
    </dgm:pt>
    <dgm:pt modelId="{65FF5477-0706-44A3-8386-19810CFD91D7}" type="pres">
      <dgm:prSet presAssocID="{7F466B7D-EAB5-4BCC-804E-978596686B32}" presName="node" presStyleCnt="0"/>
      <dgm:spPr/>
    </dgm:pt>
    <dgm:pt modelId="{237AF27A-C896-48CD-BFB3-350F2F4BD5D0}" type="pres">
      <dgm:prSet presAssocID="{7F466B7D-EAB5-4BCC-804E-978596686B32}" presName="parentNode" presStyleLbl="node1" presStyleIdx="1" presStyleCnt="4">
        <dgm:presLayoutVars>
          <dgm:chMax val="1"/>
          <dgm:bulletEnabled val="1"/>
        </dgm:presLayoutVars>
      </dgm:prSet>
      <dgm:spPr/>
    </dgm:pt>
    <dgm:pt modelId="{01805A7C-1BFF-4A97-96F1-F5BFC02244E5}" type="pres">
      <dgm:prSet presAssocID="{7F466B7D-EAB5-4BCC-804E-978596686B32}" presName="childNode" presStyleLbl="revTx" presStyleIdx="0" presStyleCnt="2">
        <dgm:presLayoutVars>
          <dgm:bulletEnabled val="1"/>
        </dgm:presLayoutVars>
      </dgm:prSet>
      <dgm:spPr/>
    </dgm:pt>
    <dgm:pt modelId="{878B4FEB-1066-48C9-B08F-12E337144EF8}" type="pres">
      <dgm:prSet presAssocID="{FAEF47B3-1DE4-4536-BB0E-14E3F642B23A}" presName="Name25" presStyleLbl="parChTrans1D1" presStyleIdx="1" presStyleCnt="3"/>
      <dgm:spPr/>
    </dgm:pt>
    <dgm:pt modelId="{CB70D729-875C-4FE8-9EC9-275F6D99EBFE}" type="pres">
      <dgm:prSet presAssocID="{7D74262B-8C16-4CDA-B56E-6E4A2017611C}" presName="node" presStyleCnt="0"/>
      <dgm:spPr/>
    </dgm:pt>
    <dgm:pt modelId="{FA3F3E52-D4F5-4688-8A2A-413CCCBBC47E}" type="pres">
      <dgm:prSet presAssocID="{7D74262B-8C16-4CDA-B56E-6E4A2017611C}" presName="parentNode" presStyleLbl="node1" presStyleIdx="2" presStyleCnt="4">
        <dgm:presLayoutVars>
          <dgm:chMax val="1"/>
          <dgm:bulletEnabled val="1"/>
        </dgm:presLayoutVars>
      </dgm:prSet>
      <dgm:spPr/>
    </dgm:pt>
    <dgm:pt modelId="{6232C25A-D571-4868-9199-DFCBA510AC5D}" type="pres">
      <dgm:prSet presAssocID="{7D74262B-8C16-4CDA-B56E-6E4A2017611C}" presName="childNode" presStyleLbl="revTx" presStyleIdx="0" presStyleCnt="2">
        <dgm:presLayoutVars>
          <dgm:bulletEnabled val="1"/>
        </dgm:presLayoutVars>
      </dgm:prSet>
      <dgm:spPr/>
    </dgm:pt>
    <dgm:pt modelId="{4B39019E-E81F-42F5-80CF-F8DD5F79D3FB}" type="pres">
      <dgm:prSet presAssocID="{6133EBCC-AC4B-41C0-A4FC-87DAF90EE160}" presName="Name25" presStyleLbl="parChTrans1D1" presStyleIdx="2" presStyleCnt="3"/>
      <dgm:spPr/>
    </dgm:pt>
    <dgm:pt modelId="{1118CB0D-31C9-4BC6-A305-2D10E400054B}" type="pres">
      <dgm:prSet presAssocID="{ACD2157F-BE7F-4C8C-88B6-7AB01B4AA1C8}" presName="node" presStyleCnt="0"/>
      <dgm:spPr/>
    </dgm:pt>
    <dgm:pt modelId="{C5506DAE-7D28-4950-A570-E3910FF9A5BB}" type="pres">
      <dgm:prSet presAssocID="{ACD2157F-BE7F-4C8C-88B6-7AB01B4AA1C8}" presName="parentNode" presStyleLbl="node1" presStyleIdx="3" presStyleCnt="4">
        <dgm:presLayoutVars>
          <dgm:chMax val="1"/>
          <dgm:bulletEnabled val="1"/>
        </dgm:presLayoutVars>
      </dgm:prSet>
      <dgm:spPr/>
    </dgm:pt>
    <dgm:pt modelId="{1C8A2B12-7B99-4FF1-BBB1-15E3A44ECD9D}" type="pres">
      <dgm:prSet presAssocID="{ACD2157F-BE7F-4C8C-88B6-7AB01B4AA1C8}" presName="childNode" presStyleLbl="revTx" presStyleIdx="1" presStyleCnt="2">
        <dgm:presLayoutVars>
          <dgm:bulletEnabled val="1"/>
        </dgm:presLayoutVars>
      </dgm:prSet>
      <dgm:spPr/>
    </dgm:pt>
  </dgm:ptLst>
  <dgm:cxnLst>
    <dgm:cxn modelId="{0AEECD06-A505-481C-95CB-BF853921FC14}" type="presOf" srcId="{B11F4EBE-C464-490B-8FB8-9EF4FEB2A531}" destId="{01805A7C-1BFF-4A97-96F1-F5BFC02244E5}" srcOrd="0" destOrd="0" presId="urn:microsoft.com/office/officeart/2005/8/layout/radial2"/>
    <dgm:cxn modelId="{6B4C310E-1D1F-4283-8BD3-D343A52B6135}" type="presOf" srcId="{C2AE1BF4-9F1B-461C-B3C8-D09243E619FD}" destId="{01805A7C-1BFF-4A97-96F1-F5BFC02244E5}" srcOrd="0" destOrd="2" presId="urn:microsoft.com/office/officeart/2005/8/layout/radial2"/>
    <dgm:cxn modelId="{DAE24E0F-5010-4491-A21F-A19CB6A9F61F}" srcId="{ACD2157F-BE7F-4C8C-88B6-7AB01B4AA1C8}" destId="{961DFCD9-699E-42E3-B5DF-75F97D0F4CDF}" srcOrd="3" destOrd="0" parTransId="{41BCC918-7774-4139-8F28-7DE905457BA3}" sibTransId="{E397979D-EB35-49E6-ACC0-2ECACE67A0AE}"/>
    <dgm:cxn modelId="{B53EC42B-1F7B-433F-8436-798834849637}" type="presOf" srcId="{1E323E64-D241-4466-A7AE-1403F454C5A7}" destId="{1C8A2B12-7B99-4FF1-BBB1-15E3A44ECD9D}" srcOrd="0" destOrd="1" presId="urn:microsoft.com/office/officeart/2005/8/layout/radial2"/>
    <dgm:cxn modelId="{3BBA1D37-A157-4986-A900-4E08EC011AEF}" type="presOf" srcId="{FAEF47B3-1DE4-4536-BB0E-14E3F642B23A}" destId="{878B4FEB-1066-48C9-B08F-12E337144EF8}" srcOrd="0" destOrd="0" presId="urn:microsoft.com/office/officeart/2005/8/layout/radial2"/>
    <dgm:cxn modelId="{71154E45-EA01-4068-BA8C-974CA0AA0C07}" type="presOf" srcId="{7D74262B-8C16-4CDA-B56E-6E4A2017611C}" destId="{FA3F3E52-D4F5-4688-8A2A-413CCCBBC47E}" srcOrd="0" destOrd="0" presId="urn:microsoft.com/office/officeart/2005/8/layout/radial2"/>
    <dgm:cxn modelId="{1C26084C-877A-4CC3-8C0B-1CA06E8D9587}" srcId="{7F466B7D-EAB5-4BCC-804E-978596686B32}" destId="{B11F4EBE-C464-490B-8FB8-9EF4FEB2A531}" srcOrd="0" destOrd="0" parTransId="{3CDFDE7D-7507-4A52-9D22-80BA30B9F757}" sibTransId="{18D4ED5E-3CDD-4F0E-9FFC-74510FF9C194}"/>
    <dgm:cxn modelId="{AB8BA170-D993-4D02-9D3B-33210C9D4638}" srcId="{0336C18F-52B0-4261-B5D1-6FEAB58ED6A3}" destId="{ACD2157F-BE7F-4C8C-88B6-7AB01B4AA1C8}" srcOrd="2" destOrd="0" parTransId="{6133EBCC-AC4B-41C0-A4FC-87DAF90EE160}" sibTransId="{7B76A9A3-E55A-4524-91A1-E2B2A28532A7}"/>
    <dgm:cxn modelId="{854CA972-AA6A-4473-A4FF-7DE2A3AC030D}" srcId="{ACD2157F-BE7F-4C8C-88B6-7AB01B4AA1C8}" destId="{1E323E64-D241-4466-A7AE-1403F454C5A7}" srcOrd="1" destOrd="0" parTransId="{517469B6-74FA-431A-9059-2DC4B93E5778}" sibTransId="{DE0CFF46-9588-41F6-806D-F5525E12175E}"/>
    <dgm:cxn modelId="{0B961C54-ACBA-49FC-81F9-F3CBCE87B85B}" type="presOf" srcId="{5E35F758-65CF-47D3-B6F0-41836A093FBB}" destId="{1C8A2B12-7B99-4FF1-BBB1-15E3A44ECD9D}" srcOrd="0" destOrd="0" presId="urn:microsoft.com/office/officeart/2005/8/layout/radial2"/>
    <dgm:cxn modelId="{F7BED175-F548-43C3-8771-B2E35AE445EA}" type="presOf" srcId="{2DD9AB3E-94BA-4378-A675-0FC06B5B33F9}" destId="{01805A7C-1BFF-4A97-96F1-F5BFC02244E5}" srcOrd="0" destOrd="3" presId="urn:microsoft.com/office/officeart/2005/8/layout/radial2"/>
    <dgm:cxn modelId="{E1854282-DA4C-4E56-9E82-C396D0DB6EBB}" srcId="{ACD2157F-BE7F-4C8C-88B6-7AB01B4AA1C8}" destId="{7B96F177-427A-4E16-965A-C1BE11AFCF85}" srcOrd="2" destOrd="0" parTransId="{B581437C-FF8E-4739-81D2-06DC98061050}" sibTransId="{E4C5FC55-CDB6-4D85-9E91-C99B98A866C3}"/>
    <dgm:cxn modelId="{C856B887-5657-4216-A499-79A6804384E1}" type="presOf" srcId="{D726BA90-89B3-456A-BB3D-93A54FBEA7DA}" destId="{01805A7C-1BFF-4A97-96F1-F5BFC02244E5}" srcOrd="0" destOrd="1" presId="urn:microsoft.com/office/officeart/2005/8/layout/radial2"/>
    <dgm:cxn modelId="{30A53489-12C5-416D-8DBE-E0E88E11634A}" type="presOf" srcId="{E23E4156-3F18-4523-A5AE-4995A39C8E09}" destId="{3A233ACC-EDE6-4F33-ADA7-69C664B9AB2E}" srcOrd="0" destOrd="0" presId="urn:microsoft.com/office/officeart/2005/8/layout/radial2"/>
    <dgm:cxn modelId="{82B5BA8E-9CA2-4853-91FB-43F2FC96CF44}" srcId="{7F466B7D-EAB5-4BCC-804E-978596686B32}" destId="{C2AE1BF4-9F1B-461C-B3C8-D09243E619FD}" srcOrd="2" destOrd="0" parTransId="{41B5D775-89E8-42D8-9474-3BE9ABA8B346}" sibTransId="{7BEE2F28-C5F4-4AF1-A68D-0C2D872D504B}"/>
    <dgm:cxn modelId="{02EBD295-9C3F-42BB-9E07-2D30FA40292D}" srcId="{7F466B7D-EAB5-4BCC-804E-978596686B32}" destId="{D726BA90-89B3-456A-BB3D-93A54FBEA7DA}" srcOrd="1" destOrd="0" parTransId="{69C3D0D0-5554-4679-87DE-C9929369C621}" sibTransId="{D4A52678-B0B9-4454-A567-481B07C31EEE}"/>
    <dgm:cxn modelId="{7D8201AE-3164-48F6-BB8A-5100D21ED080}" srcId="{7F466B7D-EAB5-4BCC-804E-978596686B32}" destId="{2DD9AB3E-94BA-4378-A675-0FC06B5B33F9}" srcOrd="3" destOrd="0" parTransId="{44EE0B26-2047-493C-BD5B-3A6690C74C87}" sibTransId="{E9AC9993-0831-4765-8D44-58AD4BA6B0B2}"/>
    <dgm:cxn modelId="{08CF63BB-2CD4-4834-8F15-51D5A0248F9E}" type="presOf" srcId="{7B96F177-427A-4E16-965A-C1BE11AFCF85}" destId="{1C8A2B12-7B99-4FF1-BBB1-15E3A44ECD9D}" srcOrd="0" destOrd="2" presId="urn:microsoft.com/office/officeart/2005/8/layout/radial2"/>
    <dgm:cxn modelId="{4AE703BF-8153-4F56-8BBC-540E14814614}" type="presOf" srcId="{961DFCD9-699E-42E3-B5DF-75F97D0F4CDF}" destId="{1C8A2B12-7B99-4FF1-BBB1-15E3A44ECD9D}" srcOrd="0" destOrd="3" presId="urn:microsoft.com/office/officeart/2005/8/layout/radial2"/>
    <dgm:cxn modelId="{DBD6E4BF-088B-48F5-898F-1A382046683B}" type="presOf" srcId="{0336C18F-52B0-4261-B5D1-6FEAB58ED6A3}" destId="{B20C1DE5-006F-40B3-9B70-7773E2E7B585}" srcOrd="0" destOrd="0" presId="urn:microsoft.com/office/officeart/2005/8/layout/radial2"/>
    <dgm:cxn modelId="{6B0511C5-E988-4C9C-A171-B6C6F5B43AB2}" srcId="{ACD2157F-BE7F-4C8C-88B6-7AB01B4AA1C8}" destId="{5E35F758-65CF-47D3-B6F0-41836A093FBB}" srcOrd="0" destOrd="0" parTransId="{594EF266-071C-40CA-866C-FD7EE194EDF9}" sibTransId="{787833B7-0A9C-4F2E-8366-8F307658A69E}"/>
    <dgm:cxn modelId="{92D46DD8-3B55-4986-9725-7214433D9B7C}" type="presOf" srcId="{6133EBCC-AC4B-41C0-A4FC-87DAF90EE160}" destId="{4B39019E-E81F-42F5-80CF-F8DD5F79D3FB}" srcOrd="0" destOrd="0" presId="urn:microsoft.com/office/officeart/2005/8/layout/radial2"/>
    <dgm:cxn modelId="{D72654EA-5B70-4186-AA53-394F8A3A96E5}" srcId="{0336C18F-52B0-4261-B5D1-6FEAB58ED6A3}" destId="{7D74262B-8C16-4CDA-B56E-6E4A2017611C}" srcOrd="1" destOrd="0" parTransId="{FAEF47B3-1DE4-4536-BB0E-14E3F642B23A}" sibTransId="{4D99D4F1-8277-4F37-AFC5-F7092DE9648B}"/>
    <dgm:cxn modelId="{3151F2F3-0894-4C7F-8DCD-54E5DFDE9A03}" srcId="{0336C18F-52B0-4261-B5D1-6FEAB58ED6A3}" destId="{7F466B7D-EAB5-4BCC-804E-978596686B32}" srcOrd="0" destOrd="0" parTransId="{E23E4156-3F18-4523-A5AE-4995A39C8E09}" sibTransId="{03FB6B02-8D14-4D86-A323-3EBADD185269}"/>
    <dgm:cxn modelId="{BAFDCDF9-F236-46B5-BD56-AE77BEF78A6E}" type="presOf" srcId="{ACD2157F-BE7F-4C8C-88B6-7AB01B4AA1C8}" destId="{C5506DAE-7D28-4950-A570-E3910FF9A5BB}" srcOrd="0" destOrd="0" presId="urn:microsoft.com/office/officeart/2005/8/layout/radial2"/>
    <dgm:cxn modelId="{4A1BEAFA-E24E-4018-810A-6E585FD9C96E}" type="presOf" srcId="{7F466B7D-EAB5-4BCC-804E-978596686B32}" destId="{237AF27A-C896-48CD-BFB3-350F2F4BD5D0}" srcOrd="0" destOrd="0" presId="urn:microsoft.com/office/officeart/2005/8/layout/radial2"/>
    <dgm:cxn modelId="{66D598A6-90A4-4A23-849C-A096070CC277}" type="presParOf" srcId="{B20C1DE5-006F-40B3-9B70-7773E2E7B585}" destId="{483C7027-C5EF-4561-AD84-3C5F00AF630F}" srcOrd="0" destOrd="0" presId="urn:microsoft.com/office/officeart/2005/8/layout/radial2"/>
    <dgm:cxn modelId="{E57E657B-0C9F-40D3-AFAC-D53EC0A6825F}" type="presParOf" srcId="{483C7027-C5EF-4561-AD84-3C5F00AF630F}" destId="{D9A3317D-24EF-448C-8867-B5EF2F9B988D}" srcOrd="0" destOrd="0" presId="urn:microsoft.com/office/officeart/2005/8/layout/radial2"/>
    <dgm:cxn modelId="{ABD82F73-EB70-455C-AACC-C26F59480D08}" type="presParOf" srcId="{D9A3317D-24EF-448C-8867-B5EF2F9B988D}" destId="{CBF9C986-05D1-4EC2-B20F-ABA1AB1D12F1}" srcOrd="0" destOrd="0" presId="urn:microsoft.com/office/officeart/2005/8/layout/radial2"/>
    <dgm:cxn modelId="{5E31BCB6-76DA-427E-84C9-C1343B73FF44}" type="presParOf" srcId="{D9A3317D-24EF-448C-8867-B5EF2F9B988D}" destId="{9A8F3484-51E4-4424-AB80-7636C90BF0DC}" srcOrd="1" destOrd="0" presId="urn:microsoft.com/office/officeart/2005/8/layout/radial2"/>
    <dgm:cxn modelId="{8D60C74E-9294-4B46-95EB-FD100CB9F854}" type="presParOf" srcId="{483C7027-C5EF-4561-AD84-3C5F00AF630F}" destId="{3A233ACC-EDE6-4F33-ADA7-69C664B9AB2E}" srcOrd="1" destOrd="0" presId="urn:microsoft.com/office/officeart/2005/8/layout/radial2"/>
    <dgm:cxn modelId="{54B4020F-C40F-4D47-813C-EF891C02E1CD}" type="presParOf" srcId="{483C7027-C5EF-4561-AD84-3C5F00AF630F}" destId="{65FF5477-0706-44A3-8386-19810CFD91D7}" srcOrd="2" destOrd="0" presId="urn:microsoft.com/office/officeart/2005/8/layout/radial2"/>
    <dgm:cxn modelId="{71F3AFCF-F205-49D1-AD79-8BC0436FE236}" type="presParOf" srcId="{65FF5477-0706-44A3-8386-19810CFD91D7}" destId="{237AF27A-C896-48CD-BFB3-350F2F4BD5D0}" srcOrd="0" destOrd="0" presId="urn:microsoft.com/office/officeart/2005/8/layout/radial2"/>
    <dgm:cxn modelId="{E1D2EDC4-7AF0-4FE4-B5E3-1E3F87733DE2}" type="presParOf" srcId="{65FF5477-0706-44A3-8386-19810CFD91D7}" destId="{01805A7C-1BFF-4A97-96F1-F5BFC02244E5}" srcOrd="1" destOrd="0" presId="urn:microsoft.com/office/officeart/2005/8/layout/radial2"/>
    <dgm:cxn modelId="{7662E001-1853-4F7C-AFA4-73CB23ABC4F1}" type="presParOf" srcId="{483C7027-C5EF-4561-AD84-3C5F00AF630F}" destId="{878B4FEB-1066-48C9-B08F-12E337144EF8}" srcOrd="3" destOrd="0" presId="urn:microsoft.com/office/officeart/2005/8/layout/radial2"/>
    <dgm:cxn modelId="{D34DF2B2-3EC1-495C-A8C5-A2D3968DC348}" type="presParOf" srcId="{483C7027-C5EF-4561-AD84-3C5F00AF630F}" destId="{CB70D729-875C-4FE8-9EC9-275F6D99EBFE}" srcOrd="4" destOrd="0" presId="urn:microsoft.com/office/officeart/2005/8/layout/radial2"/>
    <dgm:cxn modelId="{52D953FE-E293-493A-B9A9-22745E32B6FA}" type="presParOf" srcId="{CB70D729-875C-4FE8-9EC9-275F6D99EBFE}" destId="{FA3F3E52-D4F5-4688-8A2A-413CCCBBC47E}" srcOrd="0" destOrd="0" presId="urn:microsoft.com/office/officeart/2005/8/layout/radial2"/>
    <dgm:cxn modelId="{E3B605D5-71DF-4BF1-B245-E9B2267CB590}" type="presParOf" srcId="{CB70D729-875C-4FE8-9EC9-275F6D99EBFE}" destId="{6232C25A-D571-4868-9199-DFCBA510AC5D}" srcOrd="1" destOrd="0" presId="urn:microsoft.com/office/officeart/2005/8/layout/radial2"/>
    <dgm:cxn modelId="{BDA14B9E-6259-474C-B487-AFBE32100EC6}" type="presParOf" srcId="{483C7027-C5EF-4561-AD84-3C5F00AF630F}" destId="{4B39019E-E81F-42F5-80CF-F8DD5F79D3FB}" srcOrd="5" destOrd="0" presId="urn:microsoft.com/office/officeart/2005/8/layout/radial2"/>
    <dgm:cxn modelId="{2D0F80B2-7CBB-43A6-B28E-DC72DB5C29F5}" type="presParOf" srcId="{483C7027-C5EF-4561-AD84-3C5F00AF630F}" destId="{1118CB0D-31C9-4BC6-A305-2D10E400054B}" srcOrd="6" destOrd="0" presId="urn:microsoft.com/office/officeart/2005/8/layout/radial2"/>
    <dgm:cxn modelId="{B587F6E2-AD2F-4E5D-8336-B9A8219ED2FB}" type="presParOf" srcId="{1118CB0D-31C9-4BC6-A305-2D10E400054B}" destId="{C5506DAE-7D28-4950-A570-E3910FF9A5BB}" srcOrd="0" destOrd="0" presId="urn:microsoft.com/office/officeart/2005/8/layout/radial2"/>
    <dgm:cxn modelId="{17DBB591-F4A0-4DF0-B0BD-ECE3240F7E8D}" type="presParOf" srcId="{1118CB0D-31C9-4BC6-A305-2D10E400054B}" destId="{1C8A2B12-7B99-4FF1-BBB1-15E3A44ECD9D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198712D-9C40-4810-980D-6591469510B7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GB"/>
        </a:p>
      </dgm:t>
    </dgm:pt>
    <dgm:pt modelId="{3850FF97-A13D-4575-8B50-D108DD50FA72}">
      <dgm:prSet/>
      <dgm:spPr/>
      <dgm:t>
        <a:bodyPr/>
        <a:lstStyle/>
        <a:p>
          <a:r>
            <a:rPr lang="en-GB"/>
            <a:t>Quizzes: $ccna, $quiz dm, $test</a:t>
          </a:r>
        </a:p>
      </dgm:t>
    </dgm:pt>
    <dgm:pt modelId="{E9FA544F-B359-489B-86A6-BF6F000D8E78}" type="parTrans" cxnId="{99A5B4B7-067C-4ADE-B055-5C825C09AFF1}">
      <dgm:prSet/>
      <dgm:spPr/>
      <dgm:t>
        <a:bodyPr/>
        <a:lstStyle/>
        <a:p>
          <a:endParaRPr lang="en-GB"/>
        </a:p>
      </dgm:t>
    </dgm:pt>
    <dgm:pt modelId="{3754BF17-6221-4254-9B0A-25C13A7212E8}" type="sibTrans" cxnId="{99A5B4B7-067C-4ADE-B055-5C825C09AFF1}">
      <dgm:prSet/>
      <dgm:spPr/>
      <dgm:t>
        <a:bodyPr/>
        <a:lstStyle/>
        <a:p>
          <a:endParaRPr lang="en-GB"/>
        </a:p>
      </dgm:t>
    </dgm:pt>
    <dgm:pt modelId="{68262544-FBEC-44AA-BA95-160C2535D8FB}">
      <dgm:prSet/>
      <dgm:spPr/>
      <dgm:t>
        <a:bodyPr/>
        <a:lstStyle/>
        <a:p>
          <a:r>
            <a:rPr lang="en-GB" dirty="0"/>
            <a:t>Leaderboard: $leaderboard</a:t>
          </a:r>
        </a:p>
      </dgm:t>
    </dgm:pt>
    <dgm:pt modelId="{0BCEAF50-DAFB-494F-801C-6FD87FB68342}" type="parTrans" cxnId="{FF2BF619-D7D5-4192-85A0-72021831DFBF}">
      <dgm:prSet/>
      <dgm:spPr/>
      <dgm:t>
        <a:bodyPr/>
        <a:lstStyle/>
        <a:p>
          <a:endParaRPr lang="en-GB"/>
        </a:p>
      </dgm:t>
    </dgm:pt>
    <dgm:pt modelId="{026CBC03-E911-4E7E-90AC-41D51B579CDA}" type="sibTrans" cxnId="{FF2BF619-D7D5-4192-85A0-72021831DFBF}">
      <dgm:prSet/>
      <dgm:spPr/>
      <dgm:t>
        <a:bodyPr/>
        <a:lstStyle/>
        <a:p>
          <a:endParaRPr lang="en-GB"/>
        </a:p>
      </dgm:t>
    </dgm:pt>
    <dgm:pt modelId="{B4D4E73B-7FCA-4409-920B-0F25B8742374}">
      <dgm:prSet/>
      <dgm:spPr/>
      <dgm:t>
        <a:bodyPr/>
        <a:lstStyle/>
        <a:p>
          <a:r>
            <a:rPr lang="en-GB"/>
            <a:t>Resources: $resources</a:t>
          </a:r>
        </a:p>
      </dgm:t>
    </dgm:pt>
    <dgm:pt modelId="{E2293211-6368-4AB5-A975-A6D8EA2CC25A}" type="parTrans" cxnId="{3D187B7C-7B5C-46F6-AF30-E45ECBC53487}">
      <dgm:prSet/>
      <dgm:spPr/>
      <dgm:t>
        <a:bodyPr/>
        <a:lstStyle/>
        <a:p>
          <a:endParaRPr lang="en-GB"/>
        </a:p>
      </dgm:t>
    </dgm:pt>
    <dgm:pt modelId="{0A77D386-72BA-4384-AF87-42FCC4C9140E}" type="sibTrans" cxnId="{3D187B7C-7B5C-46F6-AF30-E45ECBC53487}">
      <dgm:prSet/>
      <dgm:spPr/>
      <dgm:t>
        <a:bodyPr/>
        <a:lstStyle/>
        <a:p>
          <a:endParaRPr lang="en-GB"/>
        </a:p>
      </dgm:t>
    </dgm:pt>
    <dgm:pt modelId="{7312B903-CDA3-4F6D-8029-BC4AAD3E3AFE}">
      <dgm:prSet/>
      <dgm:spPr/>
      <dgm:t>
        <a:bodyPr/>
        <a:lstStyle/>
        <a:p>
          <a:r>
            <a:rPr lang="en-GB"/>
            <a:t>Explanations: $help &lt;topic&gt;</a:t>
          </a:r>
        </a:p>
      </dgm:t>
    </dgm:pt>
    <dgm:pt modelId="{1B72758B-CD57-43F0-AF7D-496E3965B897}" type="parTrans" cxnId="{F1F0267C-DBCC-4A69-9FCB-B6D0B4441585}">
      <dgm:prSet/>
      <dgm:spPr/>
      <dgm:t>
        <a:bodyPr/>
        <a:lstStyle/>
        <a:p>
          <a:endParaRPr lang="en-GB"/>
        </a:p>
      </dgm:t>
    </dgm:pt>
    <dgm:pt modelId="{2EA35990-B530-4F4D-990B-1081694E6F27}" type="sibTrans" cxnId="{F1F0267C-DBCC-4A69-9FCB-B6D0B4441585}">
      <dgm:prSet/>
      <dgm:spPr/>
      <dgm:t>
        <a:bodyPr/>
        <a:lstStyle/>
        <a:p>
          <a:endParaRPr lang="en-GB"/>
        </a:p>
      </dgm:t>
    </dgm:pt>
    <dgm:pt modelId="{DE171188-10E3-4872-99FB-B4C10B051883}">
      <dgm:prSet/>
      <dgm:spPr/>
      <dgm:t>
        <a:bodyPr/>
        <a:lstStyle/>
        <a:p>
          <a:r>
            <a:rPr lang="en-GB"/>
            <a:t>Study Sessions: Pomodoro flashcards</a:t>
          </a:r>
        </a:p>
      </dgm:t>
    </dgm:pt>
    <dgm:pt modelId="{45014284-254E-4980-A3F2-3506BE2FD711}" type="parTrans" cxnId="{1EE8592E-BF6F-4662-A2A3-EB98017EB34C}">
      <dgm:prSet/>
      <dgm:spPr/>
      <dgm:t>
        <a:bodyPr/>
        <a:lstStyle/>
        <a:p>
          <a:endParaRPr lang="en-GB"/>
        </a:p>
      </dgm:t>
    </dgm:pt>
    <dgm:pt modelId="{9F780EA7-E6DA-47BC-BEBF-977E11AFD05C}" type="sibTrans" cxnId="{1EE8592E-BF6F-4662-A2A3-EB98017EB34C}">
      <dgm:prSet/>
      <dgm:spPr/>
      <dgm:t>
        <a:bodyPr/>
        <a:lstStyle/>
        <a:p>
          <a:endParaRPr lang="en-GB"/>
        </a:p>
      </dgm:t>
    </dgm:pt>
    <dgm:pt modelId="{09E1447A-89FB-4C15-AB58-103499D014F6}">
      <dgm:prSet/>
      <dgm:spPr/>
      <dgm:t>
        <a:bodyPr/>
        <a:lstStyle/>
        <a:p>
          <a:r>
            <a:rPr lang="en-GB"/>
            <a:t>Daily Quizzes &amp; Reminders</a:t>
          </a:r>
        </a:p>
      </dgm:t>
    </dgm:pt>
    <dgm:pt modelId="{E84CE58A-296A-4A44-B96B-D0E75FC977CF}" type="parTrans" cxnId="{6BC29D1F-F000-4CA7-BDC3-AD94BF09BDB6}">
      <dgm:prSet/>
      <dgm:spPr/>
      <dgm:t>
        <a:bodyPr/>
        <a:lstStyle/>
        <a:p>
          <a:endParaRPr lang="en-GB"/>
        </a:p>
      </dgm:t>
    </dgm:pt>
    <dgm:pt modelId="{C6CAB79C-36F9-4EE7-8ABA-8D76EDE3195E}" type="sibTrans" cxnId="{6BC29D1F-F000-4CA7-BDC3-AD94BF09BDB6}">
      <dgm:prSet/>
      <dgm:spPr/>
      <dgm:t>
        <a:bodyPr/>
        <a:lstStyle/>
        <a:p>
          <a:endParaRPr lang="en-GB"/>
        </a:p>
      </dgm:t>
    </dgm:pt>
    <dgm:pt modelId="{1CD32A49-D50B-4B33-923A-0B313C27C34E}">
      <dgm:prSet/>
      <dgm:spPr/>
      <dgm:t>
        <a:bodyPr/>
        <a:lstStyle/>
        <a:p>
          <a:r>
            <a:rPr lang="en-GB"/>
            <a:t>Study Groups: $assign_groups</a:t>
          </a:r>
        </a:p>
      </dgm:t>
    </dgm:pt>
    <dgm:pt modelId="{23E7C3EA-47B0-4C8B-B173-E131F3FFFD00}" type="parTrans" cxnId="{446D5D98-44BD-4821-AE38-36EB1FA1A1E1}">
      <dgm:prSet/>
      <dgm:spPr/>
      <dgm:t>
        <a:bodyPr/>
        <a:lstStyle/>
        <a:p>
          <a:endParaRPr lang="en-GB"/>
        </a:p>
      </dgm:t>
    </dgm:pt>
    <dgm:pt modelId="{7C65B722-1F0C-4B44-85FA-1CF4141A7749}" type="sibTrans" cxnId="{446D5D98-44BD-4821-AE38-36EB1FA1A1E1}">
      <dgm:prSet/>
      <dgm:spPr/>
      <dgm:t>
        <a:bodyPr/>
        <a:lstStyle/>
        <a:p>
          <a:endParaRPr lang="en-GB"/>
        </a:p>
      </dgm:t>
    </dgm:pt>
    <dgm:pt modelId="{03BB4309-DAEC-47EE-BADE-74466C15C352}" type="pres">
      <dgm:prSet presAssocID="{8198712D-9C40-4810-980D-6591469510B7}" presName="Name0" presStyleCnt="0">
        <dgm:presLayoutVars>
          <dgm:dir/>
          <dgm:resizeHandles val="exact"/>
        </dgm:presLayoutVars>
      </dgm:prSet>
      <dgm:spPr/>
    </dgm:pt>
    <dgm:pt modelId="{131E8A64-F5EC-4B01-B396-6562221DDDBE}" type="pres">
      <dgm:prSet presAssocID="{3850FF97-A13D-4575-8B50-D108DD50FA72}" presName="node" presStyleLbl="node1" presStyleIdx="0" presStyleCnt="7">
        <dgm:presLayoutVars>
          <dgm:bulletEnabled val="1"/>
        </dgm:presLayoutVars>
      </dgm:prSet>
      <dgm:spPr/>
    </dgm:pt>
    <dgm:pt modelId="{7AB5B76E-1BA1-459A-A6E3-224D8C07D2DA}" type="pres">
      <dgm:prSet presAssocID="{3754BF17-6221-4254-9B0A-25C13A7212E8}" presName="sibTrans" presStyleLbl="sibTrans1D1" presStyleIdx="0" presStyleCnt="6"/>
      <dgm:spPr/>
    </dgm:pt>
    <dgm:pt modelId="{C529BE68-9903-4746-96A0-52C3436ED49D}" type="pres">
      <dgm:prSet presAssocID="{3754BF17-6221-4254-9B0A-25C13A7212E8}" presName="connectorText" presStyleLbl="sibTrans1D1" presStyleIdx="0" presStyleCnt="6"/>
      <dgm:spPr/>
    </dgm:pt>
    <dgm:pt modelId="{8EB34B86-4753-4A0D-A6FC-2CA8403BB011}" type="pres">
      <dgm:prSet presAssocID="{68262544-FBEC-44AA-BA95-160C2535D8FB}" presName="node" presStyleLbl="node1" presStyleIdx="1" presStyleCnt="7">
        <dgm:presLayoutVars>
          <dgm:bulletEnabled val="1"/>
        </dgm:presLayoutVars>
      </dgm:prSet>
      <dgm:spPr/>
    </dgm:pt>
    <dgm:pt modelId="{11586FC2-FF57-4EE9-946A-0F964AC71E8E}" type="pres">
      <dgm:prSet presAssocID="{026CBC03-E911-4E7E-90AC-41D51B579CDA}" presName="sibTrans" presStyleLbl="sibTrans1D1" presStyleIdx="1" presStyleCnt="6"/>
      <dgm:spPr/>
    </dgm:pt>
    <dgm:pt modelId="{42D0E815-9F07-4F7D-9518-B17FCF1A2309}" type="pres">
      <dgm:prSet presAssocID="{026CBC03-E911-4E7E-90AC-41D51B579CDA}" presName="connectorText" presStyleLbl="sibTrans1D1" presStyleIdx="1" presStyleCnt="6"/>
      <dgm:spPr/>
    </dgm:pt>
    <dgm:pt modelId="{DFFBD6F5-7751-4DAA-81DF-7760BBE1181C}" type="pres">
      <dgm:prSet presAssocID="{B4D4E73B-7FCA-4409-920B-0F25B8742374}" presName="node" presStyleLbl="node1" presStyleIdx="2" presStyleCnt="7">
        <dgm:presLayoutVars>
          <dgm:bulletEnabled val="1"/>
        </dgm:presLayoutVars>
      </dgm:prSet>
      <dgm:spPr/>
    </dgm:pt>
    <dgm:pt modelId="{628AA254-3A1B-4772-973A-B1CCE04F2E43}" type="pres">
      <dgm:prSet presAssocID="{0A77D386-72BA-4384-AF87-42FCC4C9140E}" presName="sibTrans" presStyleLbl="sibTrans1D1" presStyleIdx="2" presStyleCnt="6"/>
      <dgm:spPr/>
    </dgm:pt>
    <dgm:pt modelId="{E2207BC3-F26F-4938-B6F0-BB2CA187028B}" type="pres">
      <dgm:prSet presAssocID="{0A77D386-72BA-4384-AF87-42FCC4C9140E}" presName="connectorText" presStyleLbl="sibTrans1D1" presStyleIdx="2" presStyleCnt="6"/>
      <dgm:spPr/>
    </dgm:pt>
    <dgm:pt modelId="{5B13C062-34FF-4853-9C30-8E78006BE0BB}" type="pres">
      <dgm:prSet presAssocID="{7312B903-CDA3-4F6D-8029-BC4AAD3E3AFE}" presName="node" presStyleLbl="node1" presStyleIdx="3" presStyleCnt="7">
        <dgm:presLayoutVars>
          <dgm:bulletEnabled val="1"/>
        </dgm:presLayoutVars>
      </dgm:prSet>
      <dgm:spPr/>
    </dgm:pt>
    <dgm:pt modelId="{39234412-6485-4DBB-A8C6-A04FCA639C39}" type="pres">
      <dgm:prSet presAssocID="{2EA35990-B530-4F4D-990B-1081694E6F27}" presName="sibTrans" presStyleLbl="sibTrans1D1" presStyleIdx="3" presStyleCnt="6"/>
      <dgm:spPr/>
    </dgm:pt>
    <dgm:pt modelId="{D798551E-EB68-4753-8CD2-57875D75D31C}" type="pres">
      <dgm:prSet presAssocID="{2EA35990-B530-4F4D-990B-1081694E6F27}" presName="connectorText" presStyleLbl="sibTrans1D1" presStyleIdx="3" presStyleCnt="6"/>
      <dgm:spPr/>
    </dgm:pt>
    <dgm:pt modelId="{4B7DA49F-BA60-4B1A-87DD-0C8CE9E48CCF}" type="pres">
      <dgm:prSet presAssocID="{DE171188-10E3-4872-99FB-B4C10B051883}" presName="node" presStyleLbl="node1" presStyleIdx="4" presStyleCnt="7">
        <dgm:presLayoutVars>
          <dgm:bulletEnabled val="1"/>
        </dgm:presLayoutVars>
      </dgm:prSet>
      <dgm:spPr/>
    </dgm:pt>
    <dgm:pt modelId="{A316C67D-167C-4981-9324-C70ABBBBFB36}" type="pres">
      <dgm:prSet presAssocID="{9F780EA7-E6DA-47BC-BEBF-977E11AFD05C}" presName="sibTrans" presStyleLbl="sibTrans1D1" presStyleIdx="4" presStyleCnt="6"/>
      <dgm:spPr/>
    </dgm:pt>
    <dgm:pt modelId="{EFA00796-F35F-4125-8DDB-BFB92FDAA631}" type="pres">
      <dgm:prSet presAssocID="{9F780EA7-E6DA-47BC-BEBF-977E11AFD05C}" presName="connectorText" presStyleLbl="sibTrans1D1" presStyleIdx="4" presStyleCnt="6"/>
      <dgm:spPr/>
    </dgm:pt>
    <dgm:pt modelId="{CF543BB4-E7E7-47CD-8D34-A4D6402721AF}" type="pres">
      <dgm:prSet presAssocID="{09E1447A-89FB-4C15-AB58-103499D014F6}" presName="node" presStyleLbl="node1" presStyleIdx="5" presStyleCnt="7">
        <dgm:presLayoutVars>
          <dgm:bulletEnabled val="1"/>
        </dgm:presLayoutVars>
      </dgm:prSet>
      <dgm:spPr/>
    </dgm:pt>
    <dgm:pt modelId="{0D9B422B-474C-41B1-BCED-94B65CB303B0}" type="pres">
      <dgm:prSet presAssocID="{C6CAB79C-36F9-4EE7-8ABA-8D76EDE3195E}" presName="sibTrans" presStyleLbl="sibTrans1D1" presStyleIdx="5" presStyleCnt="6"/>
      <dgm:spPr/>
    </dgm:pt>
    <dgm:pt modelId="{65E4981C-861D-4173-A80C-E6CC0FCE3B9C}" type="pres">
      <dgm:prSet presAssocID="{C6CAB79C-36F9-4EE7-8ABA-8D76EDE3195E}" presName="connectorText" presStyleLbl="sibTrans1D1" presStyleIdx="5" presStyleCnt="6"/>
      <dgm:spPr/>
    </dgm:pt>
    <dgm:pt modelId="{FE38A22D-52A4-4A38-9DFC-C4334D700653}" type="pres">
      <dgm:prSet presAssocID="{1CD32A49-D50B-4B33-923A-0B313C27C34E}" presName="node" presStyleLbl="node1" presStyleIdx="6" presStyleCnt="7">
        <dgm:presLayoutVars>
          <dgm:bulletEnabled val="1"/>
        </dgm:presLayoutVars>
      </dgm:prSet>
      <dgm:spPr/>
    </dgm:pt>
  </dgm:ptLst>
  <dgm:cxnLst>
    <dgm:cxn modelId="{CA06D312-715D-4EB7-8735-51AE872F7C36}" type="presOf" srcId="{7312B903-CDA3-4F6D-8029-BC4AAD3E3AFE}" destId="{5B13C062-34FF-4853-9C30-8E78006BE0BB}" srcOrd="0" destOrd="0" presId="urn:microsoft.com/office/officeart/2016/7/layout/RepeatingBendingProcessNew"/>
    <dgm:cxn modelId="{4D9A9515-35D8-4606-AC6A-D081ECA8EDFC}" type="presOf" srcId="{B4D4E73B-7FCA-4409-920B-0F25B8742374}" destId="{DFFBD6F5-7751-4DAA-81DF-7760BBE1181C}" srcOrd="0" destOrd="0" presId="urn:microsoft.com/office/officeart/2016/7/layout/RepeatingBendingProcessNew"/>
    <dgm:cxn modelId="{FF2BF619-D7D5-4192-85A0-72021831DFBF}" srcId="{8198712D-9C40-4810-980D-6591469510B7}" destId="{68262544-FBEC-44AA-BA95-160C2535D8FB}" srcOrd="1" destOrd="0" parTransId="{0BCEAF50-DAFB-494F-801C-6FD87FB68342}" sibTransId="{026CBC03-E911-4E7E-90AC-41D51B579CDA}"/>
    <dgm:cxn modelId="{8238121B-4F61-4A20-A90C-5BE8FA9C32F4}" type="presOf" srcId="{3850FF97-A13D-4575-8B50-D108DD50FA72}" destId="{131E8A64-F5EC-4B01-B396-6562221DDDBE}" srcOrd="0" destOrd="0" presId="urn:microsoft.com/office/officeart/2016/7/layout/RepeatingBendingProcessNew"/>
    <dgm:cxn modelId="{6BC29D1F-F000-4CA7-BDC3-AD94BF09BDB6}" srcId="{8198712D-9C40-4810-980D-6591469510B7}" destId="{09E1447A-89FB-4C15-AB58-103499D014F6}" srcOrd="5" destOrd="0" parTransId="{E84CE58A-296A-4A44-B96B-D0E75FC977CF}" sibTransId="{C6CAB79C-36F9-4EE7-8ABA-8D76EDE3195E}"/>
    <dgm:cxn modelId="{1EE8592E-BF6F-4662-A2A3-EB98017EB34C}" srcId="{8198712D-9C40-4810-980D-6591469510B7}" destId="{DE171188-10E3-4872-99FB-B4C10B051883}" srcOrd="4" destOrd="0" parTransId="{45014284-254E-4980-A3F2-3506BE2FD711}" sibTransId="{9F780EA7-E6DA-47BC-BEBF-977E11AFD05C}"/>
    <dgm:cxn modelId="{9F9CA737-B577-4301-AD54-4385E7B38CBF}" type="presOf" srcId="{3754BF17-6221-4254-9B0A-25C13A7212E8}" destId="{7AB5B76E-1BA1-459A-A6E3-224D8C07D2DA}" srcOrd="0" destOrd="0" presId="urn:microsoft.com/office/officeart/2016/7/layout/RepeatingBendingProcessNew"/>
    <dgm:cxn modelId="{33957E5F-A4FA-416B-9929-345A60242C71}" type="presOf" srcId="{C6CAB79C-36F9-4EE7-8ABA-8D76EDE3195E}" destId="{65E4981C-861D-4173-A80C-E6CC0FCE3B9C}" srcOrd="1" destOrd="0" presId="urn:microsoft.com/office/officeart/2016/7/layout/RepeatingBendingProcessNew"/>
    <dgm:cxn modelId="{D6BA1647-DE11-4FE8-BC15-68BBB1F7DD14}" type="presOf" srcId="{09E1447A-89FB-4C15-AB58-103499D014F6}" destId="{CF543BB4-E7E7-47CD-8D34-A4D6402721AF}" srcOrd="0" destOrd="0" presId="urn:microsoft.com/office/officeart/2016/7/layout/RepeatingBendingProcessNew"/>
    <dgm:cxn modelId="{A5A9F672-3699-43BB-83BE-BCBE34179607}" type="presOf" srcId="{0A77D386-72BA-4384-AF87-42FCC4C9140E}" destId="{628AA254-3A1B-4772-973A-B1CCE04F2E43}" srcOrd="0" destOrd="0" presId="urn:microsoft.com/office/officeart/2016/7/layout/RepeatingBendingProcessNew"/>
    <dgm:cxn modelId="{F1F0267C-DBCC-4A69-9FCB-B6D0B4441585}" srcId="{8198712D-9C40-4810-980D-6591469510B7}" destId="{7312B903-CDA3-4F6D-8029-BC4AAD3E3AFE}" srcOrd="3" destOrd="0" parTransId="{1B72758B-CD57-43F0-AF7D-496E3965B897}" sibTransId="{2EA35990-B530-4F4D-990B-1081694E6F27}"/>
    <dgm:cxn modelId="{3D187B7C-7B5C-46F6-AF30-E45ECBC53487}" srcId="{8198712D-9C40-4810-980D-6591469510B7}" destId="{B4D4E73B-7FCA-4409-920B-0F25B8742374}" srcOrd="2" destOrd="0" parTransId="{E2293211-6368-4AB5-A975-A6D8EA2CC25A}" sibTransId="{0A77D386-72BA-4384-AF87-42FCC4C9140E}"/>
    <dgm:cxn modelId="{5B565681-F0B2-4B35-BD2B-0BDD1F9FB54C}" type="presOf" srcId="{026CBC03-E911-4E7E-90AC-41D51B579CDA}" destId="{11586FC2-FF57-4EE9-946A-0F964AC71E8E}" srcOrd="0" destOrd="0" presId="urn:microsoft.com/office/officeart/2016/7/layout/RepeatingBendingProcessNew"/>
    <dgm:cxn modelId="{26B5CC83-08E6-40E2-AE56-C21DADD403FC}" type="presOf" srcId="{3754BF17-6221-4254-9B0A-25C13A7212E8}" destId="{C529BE68-9903-4746-96A0-52C3436ED49D}" srcOrd="1" destOrd="0" presId="urn:microsoft.com/office/officeart/2016/7/layout/RepeatingBendingProcessNew"/>
    <dgm:cxn modelId="{56D6B788-7978-404E-8CD7-2F817E64F247}" type="presOf" srcId="{8198712D-9C40-4810-980D-6591469510B7}" destId="{03BB4309-DAEC-47EE-BADE-74466C15C352}" srcOrd="0" destOrd="0" presId="urn:microsoft.com/office/officeart/2016/7/layout/RepeatingBendingProcessNew"/>
    <dgm:cxn modelId="{446D5D98-44BD-4821-AE38-36EB1FA1A1E1}" srcId="{8198712D-9C40-4810-980D-6591469510B7}" destId="{1CD32A49-D50B-4B33-923A-0B313C27C34E}" srcOrd="6" destOrd="0" parTransId="{23E7C3EA-47B0-4C8B-B173-E131F3FFFD00}" sibTransId="{7C65B722-1F0C-4B44-85FA-1CF4141A7749}"/>
    <dgm:cxn modelId="{D19321A1-B782-46BE-91EE-31084B4B5324}" type="presOf" srcId="{9F780EA7-E6DA-47BC-BEBF-977E11AFD05C}" destId="{A316C67D-167C-4981-9324-C70ABBBBFB36}" srcOrd="0" destOrd="0" presId="urn:microsoft.com/office/officeart/2016/7/layout/RepeatingBendingProcessNew"/>
    <dgm:cxn modelId="{A641E2A6-E5AC-462C-80A9-3441497E8E76}" type="presOf" srcId="{DE171188-10E3-4872-99FB-B4C10B051883}" destId="{4B7DA49F-BA60-4B1A-87DD-0C8CE9E48CCF}" srcOrd="0" destOrd="0" presId="urn:microsoft.com/office/officeart/2016/7/layout/RepeatingBendingProcessNew"/>
    <dgm:cxn modelId="{99A5B4B7-067C-4ADE-B055-5C825C09AFF1}" srcId="{8198712D-9C40-4810-980D-6591469510B7}" destId="{3850FF97-A13D-4575-8B50-D108DD50FA72}" srcOrd="0" destOrd="0" parTransId="{E9FA544F-B359-489B-86A6-BF6F000D8E78}" sibTransId="{3754BF17-6221-4254-9B0A-25C13A7212E8}"/>
    <dgm:cxn modelId="{497F71BB-C971-4006-A691-EDF2B68586DF}" type="presOf" srcId="{1CD32A49-D50B-4B33-923A-0B313C27C34E}" destId="{FE38A22D-52A4-4A38-9DFC-C4334D700653}" srcOrd="0" destOrd="0" presId="urn:microsoft.com/office/officeart/2016/7/layout/RepeatingBendingProcessNew"/>
    <dgm:cxn modelId="{37161BC3-F553-46E3-8830-6E917F973532}" type="presOf" srcId="{C6CAB79C-36F9-4EE7-8ABA-8D76EDE3195E}" destId="{0D9B422B-474C-41B1-BCED-94B65CB303B0}" srcOrd="0" destOrd="0" presId="urn:microsoft.com/office/officeart/2016/7/layout/RepeatingBendingProcessNew"/>
    <dgm:cxn modelId="{0EAB0FCD-FB53-47EC-96F3-8A57FDE83A2F}" type="presOf" srcId="{2EA35990-B530-4F4D-990B-1081694E6F27}" destId="{D798551E-EB68-4753-8CD2-57875D75D31C}" srcOrd="1" destOrd="0" presId="urn:microsoft.com/office/officeart/2016/7/layout/RepeatingBendingProcessNew"/>
    <dgm:cxn modelId="{41AE56D3-A08B-4618-A746-B772A3D34915}" type="presOf" srcId="{2EA35990-B530-4F4D-990B-1081694E6F27}" destId="{39234412-6485-4DBB-A8C6-A04FCA639C39}" srcOrd="0" destOrd="0" presId="urn:microsoft.com/office/officeart/2016/7/layout/RepeatingBendingProcessNew"/>
    <dgm:cxn modelId="{664731D6-F915-4192-A94D-672F6B707F1D}" type="presOf" srcId="{0A77D386-72BA-4384-AF87-42FCC4C9140E}" destId="{E2207BC3-F26F-4938-B6F0-BB2CA187028B}" srcOrd="1" destOrd="0" presId="urn:microsoft.com/office/officeart/2016/7/layout/RepeatingBendingProcessNew"/>
    <dgm:cxn modelId="{EEE8FDD9-1B61-4ECA-BE53-5BEA1D61A0C3}" type="presOf" srcId="{026CBC03-E911-4E7E-90AC-41D51B579CDA}" destId="{42D0E815-9F07-4F7D-9518-B17FCF1A2309}" srcOrd="1" destOrd="0" presId="urn:microsoft.com/office/officeart/2016/7/layout/RepeatingBendingProcessNew"/>
    <dgm:cxn modelId="{2A1E0EDB-D677-47B2-A939-754E723B3022}" type="presOf" srcId="{9F780EA7-E6DA-47BC-BEBF-977E11AFD05C}" destId="{EFA00796-F35F-4125-8DDB-BFB92FDAA631}" srcOrd="1" destOrd="0" presId="urn:microsoft.com/office/officeart/2016/7/layout/RepeatingBendingProcessNew"/>
    <dgm:cxn modelId="{06D37FFE-B54F-4A3C-93FA-01832D289740}" type="presOf" srcId="{68262544-FBEC-44AA-BA95-160C2535D8FB}" destId="{8EB34B86-4753-4A0D-A6FC-2CA8403BB011}" srcOrd="0" destOrd="0" presId="urn:microsoft.com/office/officeart/2016/7/layout/RepeatingBendingProcessNew"/>
    <dgm:cxn modelId="{09D8B932-FD55-4464-9BB2-8314F7B9D6B4}" type="presParOf" srcId="{03BB4309-DAEC-47EE-BADE-74466C15C352}" destId="{131E8A64-F5EC-4B01-B396-6562221DDDBE}" srcOrd="0" destOrd="0" presId="urn:microsoft.com/office/officeart/2016/7/layout/RepeatingBendingProcessNew"/>
    <dgm:cxn modelId="{32F4F3DF-631A-4B7D-A768-8A5C2728A140}" type="presParOf" srcId="{03BB4309-DAEC-47EE-BADE-74466C15C352}" destId="{7AB5B76E-1BA1-459A-A6E3-224D8C07D2DA}" srcOrd="1" destOrd="0" presId="urn:microsoft.com/office/officeart/2016/7/layout/RepeatingBendingProcessNew"/>
    <dgm:cxn modelId="{DF91D4D2-6A37-47FA-B441-45F7797A6C91}" type="presParOf" srcId="{7AB5B76E-1BA1-459A-A6E3-224D8C07D2DA}" destId="{C529BE68-9903-4746-96A0-52C3436ED49D}" srcOrd="0" destOrd="0" presId="urn:microsoft.com/office/officeart/2016/7/layout/RepeatingBendingProcessNew"/>
    <dgm:cxn modelId="{6D4B0E0A-10CE-4C7C-B26A-6999DB050CB1}" type="presParOf" srcId="{03BB4309-DAEC-47EE-BADE-74466C15C352}" destId="{8EB34B86-4753-4A0D-A6FC-2CA8403BB011}" srcOrd="2" destOrd="0" presId="urn:microsoft.com/office/officeart/2016/7/layout/RepeatingBendingProcessNew"/>
    <dgm:cxn modelId="{20346492-7EF5-44CB-8509-08BB46B64133}" type="presParOf" srcId="{03BB4309-DAEC-47EE-BADE-74466C15C352}" destId="{11586FC2-FF57-4EE9-946A-0F964AC71E8E}" srcOrd="3" destOrd="0" presId="urn:microsoft.com/office/officeart/2016/7/layout/RepeatingBendingProcessNew"/>
    <dgm:cxn modelId="{F688E3E9-34F5-4A78-8098-8988BADE0029}" type="presParOf" srcId="{11586FC2-FF57-4EE9-946A-0F964AC71E8E}" destId="{42D0E815-9F07-4F7D-9518-B17FCF1A2309}" srcOrd="0" destOrd="0" presId="urn:microsoft.com/office/officeart/2016/7/layout/RepeatingBendingProcessNew"/>
    <dgm:cxn modelId="{4099A566-0FC8-4C07-A687-02B1CB252763}" type="presParOf" srcId="{03BB4309-DAEC-47EE-BADE-74466C15C352}" destId="{DFFBD6F5-7751-4DAA-81DF-7760BBE1181C}" srcOrd="4" destOrd="0" presId="urn:microsoft.com/office/officeart/2016/7/layout/RepeatingBendingProcessNew"/>
    <dgm:cxn modelId="{985748FB-4079-4536-8CC8-F3C02AE47AD2}" type="presParOf" srcId="{03BB4309-DAEC-47EE-BADE-74466C15C352}" destId="{628AA254-3A1B-4772-973A-B1CCE04F2E43}" srcOrd="5" destOrd="0" presId="urn:microsoft.com/office/officeart/2016/7/layout/RepeatingBendingProcessNew"/>
    <dgm:cxn modelId="{CF5EE12E-615D-4497-B40A-BE593028093A}" type="presParOf" srcId="{628AA254-3A1B-4772-973A-B1CCE04F2E43}" destId="{E2207BC3-F26F-4938-B6F0-BB2CA187028B}" srcOrd="0" destOrd="0" presId="urn:microsoft.com/office/officeart/2016/7/layout/RepeatingBendingProcessNew"/>
    <dgm:cxn modelId="{A7A40091-F2E3-45F5-B786-9FED06FA0305}" type="presParOf" srcId="{03BB4309-DAEC-47EE-BADE-74466C15C352}" destId="{5B13C062-34FF-4853-9C30-8E78006BE0BB}" srcOrd="6" destOrd="0" presId="urn:microsoft.com/office/officeart/2016/7/layout/RepeatingBendingProcessNew"/>
    <dgm:cxn modelId="{F6356238-3050-4510-8B6E-A6D89F26D5D2}" type="presParOf" srcId="{03BB4309-DAEC-47EE-BADE-74466C15C352}" destId="{39234412-6485-4DBB-A8C6-A04FCA639C39}" srcOrd="7" destOrd="0" presId="urn:microsoft.com/office/officeart/2016/7/layout/RepeatingBendingProcessNew"/>
    <dgm:cxn modelId="{1138FDFF-C30D-4DF5-A560-4FD32A139E20}" type="presParOf" srcId="{39234412-6485-4DBB-A8C6-A04FCA639C39}" destId="{D798551E-EB68-4753-8CD2-57875D75D31C}" srcOrd="0" destOrd="0" presId="urn:microsoft.com/office/officeart/2016/7/layout/RepeatingBendingProcessNew"/>
    <dgm:cxn modelId="{80617874-053A-4AE5-B6F4-8D3A72A8BD66}" type="presParOf" srcId="{03BB4309-DAEC-47EE-BADE-74466C15C352}" destId="{4B7DA49F-BA60-4B1A-87DD-0C8CE9E48CCF}" srcOrd="8" destOrd="0" presId="urn:microsoft.com/office/officeart/2016/7/layout/RepeatingBendingProcessNew"/>
    <dgm:cxn modelId="{969CC399-BFEC-49B6-A4E0-AC19FCCAEBFE}" type="presParOf" srcId="{03BB4309-DAEC-47EE-BADE-74466C15C352}" destId="{A316C67D-167C-4981-9324-C70ABBBBFB36}" srcOrd="9" destOrd="0" presId="urn:microsoft.com/office/officeart/2016/7/layout/RepeatingBendingProcessNew"/>
    <dgm:cxn modelId="{DE10A53D-FA07-46E8-BFA2-876CE8363BF9}" type="presParOf" srcId="{A316C67D-167C-4981-9324-C70ABBBBFB36}" destId="{EFA00796-F35F-4125-8DDB-BFB92FDAA631}" srcOrd="0" destOrd="0" presId="urn:microsoft.com/office/officeart/2016/7/layout/RepeatingBendingProcessNew"/>
    <dgm:cxn modelId="{9C79BC99-8505-4F1C-8668-23AE07F16A3B}" type="presParOf" srcId="{03BB4309-DAEC-47EE-BADE-74466C15C352}" destId="{CF543BB4-E7E7-47CD-8D34-A4D6402721AF}" srcOrd="10" destOrd="0" presId="urn:microsoft.com/office/officeart/2016/7/layout/RepeatingBendingProcessNew"/>
    <dgm:cxn modelId="{247DF87E-63D2-4DAB-99E1-306A4A0E91B6}" type="presParOf" srcId="{03BB4309-DAEC-47EE-BADE-74466C15C352}" destId="{0D9B422B-474C-41B1-BCED-94B65CB303B0}" srcOrd="11" destOrd="0" presId="urn:microsoft.com/office/officeart/2016/7/layout/RepeatingBendingProcessNew"/>
    <dgm:cxn modelId="{AE83FBDD-DDAA-46BE-A192-BFF3B0AB785D}" type="presParOf" srcId="{0D9B422B-474C-41B1-BCED-94B65CB303B0}" destId="{65E4981C-861D-4173-A80C-E6CC0FCE3B9C}" srcOrd="0" destOrd="0" presId="urn:microsoft.com/office/officeart/2016/7/layout/RepeatingBendingProcessNew"/>
    <dgm:cxn modelId="{7E7CB16A-607C-47F0-8897-EF0903392472}" type="presParOf" srcId="{03BB4309-DAEC-47EE-BADE-74466C15C352}" destId="{FE38A22D-52A4-4A38-9DFC-C4334D700653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B092D4-DF00-41D0-A79D-7195AF7688F7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F423F5C4-89B7-4D5E-B957-38C44E3F1555}">
      <dgm:prSet/>
      <dgm:spPr/>
      <dgm:t>
        <a:bodyPr/>
        <a:lstStyle/>
        <a:p>
          <a:r>
            <a:rPr lang="en-GB"/>
            <a:t>Tech Stack:</a:t>
          </a:r>
        </a:p>
      </dgm:t>
    </dgm:pt>
    <dgm:pt modelId="{06792FBF-A825-4FD2-BE6B-03C928A41827}" type="parTrans" cxnId="{63145DD8-7F4B-4313-807B-2596BD0DF4CC}">
      <dgm:prSet/>
      <dgm:spPr/>
      <dgm:t>
        <a:bodyPr/>
        <a:lstStyle/>
        <a:p>
          <a:endParaRPr lang="en-GB"/>
        </a:p>
      </dgm:t>
    </dgm:pt>
    <dgm:pt modelId="{DA735982-D642-442F-A9A9-7CF644FEBA8A}" type="sibTrans" cxnId="{63145DD8-7F4B-4313-807B-2596BD0DF4CC}">
      <dgm:prSet/>
      <dgm:spPr/>
      <dgm:t>
        <a:bodyPr/>
        <a:lstStyle/>
        <a:p>
          <a:endParaRPr lang="en-GB"/>
        </a:p>
      </dgm:t>
    </dgm:pt>
    <dgm:pt modelId="{D1F94001-EC4B-4997-A2B6-24ACDD1B7331}">
      <dgm:prSet/>
      <dgm:spPr/>
      <dgm:t>
        <a:bodyPr/>
        <a:lstStyle/>
        <a:p>
          <a:r>
            <a:rPr lang="en-GB"/>
            <a:t>Python, discord.py, Django, PIL</a:t>
          </a:r>
        </a:p>
      </dgm:t>
    </dgm:pt>
    <dgm:pt modelId="{8FEE0A34-2535-4010-B7F7-7F7067B495EA}" type="parTrans" cxnId="{154A5C07-F4BB-4179-B1B5-2F194A294FDD}">
      <dgm:prSet/>
      <dgm:spPr/>
      <dgm:t>
        <a:bodyPr/>
        <a:lstStyle/>
        <a:p>
          <a:endParaRPr lang="en-GB"/>
        </a:p>
      </dgm:t>
    </dgm:pt>
    <dgm:pt modelId="{3AE4C184-D717-4C54-8B43-BA0D69DEA109}" type="sibTrans" cxnId="{154A5C07-F4BB-4179-B1B5-2F194A294FDD}">
      <dgm:prSet/>
      <dgm:spPr/>
      <dgm:t>
        <a:bodyPr/>
        <a:lstStyle/>
        <a:p>
          <a:endParaRPr lang="en-GB"/>
        </a:p>
      </dgm:t>
    </dgm:pt>
    <dgm:pt modelId="{347408C7-AF22-4711-82A2-5BDAFEBC15B7}">
      <dgm:prSet/>
      <dgm:spPr/>
      <dgm:t>
        <a:bodyPr/>
        <a:lstStyle/>
        <a:p>
          <a:r>
            <a:rPr lang="en-GB"/>
            <a:t>Heroku: polar-forest-95759, 1 dyno, $7/month</a:t>
          </a:r>
        </a:p>
      </dgm:t>
    </dgm:pt>
    <dgm:pt modelId="{E6DB86A8-2597-40AF-B0ED-968C8F750DCB}" type="parTrans" cxnId="{91077921-D677-4C3A-A128-2FC0D37683C7}">
      <dgm:prSet/>
      <dgm:spPr/>
      <dgm:t>
        <a:bodyPr/>
        <a:lstStyle/>
        <a:p>
          <a:endParaRPr lang="en-GB"/>
        </a:p>
      </dgm:t>
    </dgm:pt>
    <dgm:pt modelId="{DB15BEA6-81BB-4B40-BB40-6B49578BD288}" type="sibTrans" cxnId="{91077921-D677-4C3A-A128-2FC0D37683C7}">
      <dgm:prSet/>
      <dgm:spPr/>
      <dgm:t>
        <a:bodyPr/>
        <a:lstStyle/>
        <a:p>
          <a:endParaRPr lang="en-GB"/>
        </a:p>
      </dgm:t>
    </dgm:pt>
    <dgm:pt modelId="{04F294E4-5029-4946-BA91-4AED1241A254}">
      <dgm:prSet/>
      <dgm:spPr/>
      <dgm:t>
        <a:bodyPr/>
        <a:lstStyle/>
        <a:p>
          <a:r>
            <a:rPr lang="en-GB"/>
            <a:t>API for questions</a:t>
          </a:r>
        </a:p>
      </dgm:t>
    </dgm:pt>
    <dgm:pt modelId="{D72DA8D8-54ED-428F-8E10-DC08B469B916}" type="parTrans" cxnId="{7D3BE2EA-E5E4-4962-BD50-67DFC74ECC02}">
      <dgm:prSet/>
      <dgm:spPr/>
      <dgm:t>
        <a:bodyPr/>
        <a:lstStyle/>
        <a:p>
          <a:endParaRPr lang="en-GB"/>
        </a:p>
      </dgm:t>
    </dgm:pt>
    <dgm:pt modelId="{C73768BC-58F9-4C34-9C8E-8E8199371A01}" type="sibTrans" cxnId="{7D3BE2EA-E5E4-4962-BD50-67DFC74ECC02}">
      <dgm:prSet/>
      <dgm:spPr/>
      <dgm:t>
        <a:bodyPr/>
        <a:lstStyle/>
        <a:p>
          <a:endParaRPr lang="en-GB"/>
        </a:p>
      </dgm:t>
    </dgm:pt>
    <dgm:pt modelId="{3A16D596-A02C-4F6D-8B1A-70893DD2249D}">
      <dgm:prSet/>
      <dgm:spPr/>
      <dgm:t>
        <a:bodyPr/>
        <a:lstStyle/>
        <a:p>
          <a:r>
            <a:rPr lang="en-GB"/>
            <a:t>Development:</a:t>
          </a:r>
        </a:p>
      </dgm:t>
    </dgm:pt>
    <dgm:pt modelId="{706C5964-E946-43EC-B931-331456F19ABC}" type="parTrans" cxnId="{B172A7AB-B892-4F4F-9D63-FF57CB6B1030}">
      <dgm:prSet/>
      <dgm:spPr/>
      <dgm:t>
        <a:bodyPr/>
        <a:lstStyle/>
        <a:p>
          <a:endParaRPr lang="en-GB"/>
        </a:p>
      </dgm:t>
    </dgm:pt>
    <dgm:pt modelId="{678A3831-2735-4221-8436-7656DE2AD554}" type="sibTrans" cxnId="{B172A7AB-B892-4F4F-9D63-FF57CB6B1030}">
      <dgm:prSet/>
      <dgm:spPr/>
      <dgm:t>
        <a:bodyPr/>
        <a:lstStyle/>
        <a:p>
          <a:endParaRPr lang="en-GB"/>
        </a:p>
      </dgm:t>
    </dgm:pt>
    <dgm:pt modelId="{D9254581-10D6-403F-AA45-1FE74675E7CC}">
      <dgm:prSet/>
      <dgm:spPr/>
      <dgm:t>
        <a:bodyPr/>
        <a:lstStyle/>
        <a:p>
          <a:r>
            <a:rPr lang="en-GB"/>
            <a:t>Apr 22–Apr 28, 2025</a:t>
          </a:r>
        </a:p>
      </dgm:t>
    </dgm:pt>
    <dgm:pt modelId="{AB867819-4068-4079-8E5E-B271FED2ECC9}" type="parTrans" cxnId="{4EE2235B-D41E-49E0-8FD7-5D742B02B73A}">
      <dgm:prSet/>
      <dgm:spPr/>
      <dgm:t>
        <a:bodyPr/>
        <a:lstStyle/>
        <a:p>
          <a:endParaRPr lang="en-GB"/>
        </a:p>
      </dgm:t>
    </dgm:pt>
    <dgm:pt modelId="{F298AA76-CEB3-4783-A5DC-4F7A9F5867A8}" type="sibTrans" cxnId="{4EE2235B-D41E-49E0-8FD7-5D742B02B73A}">
      <dgm:prSet/>
      <dgm:spPr/>
      <dgm:t>
        <a:bodyPr/>
        <a:lstStyle/>
        <a:p>
          <a:endParaRPr lang="en-GB"/>
        </a:p>
      </dgm:t>
    </dgm:pt>
    <dgm:pt modelId="{771CD8D9-D0D0-4564-AF9E-4BABBCA1705F}">
      <dgm:prSet/>
      <dgm:spPr/>
      <dgm:t>
        <a:bodyPr/>
        <a:lstStyle/>
        <a:p>
          <a:r>
            <a:rPr lang="en-GB" dirty="0"/>
            <a:t>Deployed via Heroku Git</a:t>
          </a:r>
        </a:p>
      </dgm:t>
    </dgm:pt>
    <dgm:pt modelId="{5FEED701-9C11-4882-8CDE-70A4A9AD5FFC}" type="parTrans" cxnId="{38841194-B459-486E-943A-14ECC81A8F68}">
      <dgm:prSet/>
      <dgm:spPr/>
      <dgm:t>
        <a:bodyPr/>
        <a:lstStyle/>
        <a:p>
          <a:endParaRPr lang="en-GB"/>
        </a:p>
      </dgm:t>
    </dgm:pt>
    <dgm:pt modelId="{BF206044-268A-4914-B1C2-2E576CD91A37}" type="sibTrans" cxnId="{38841194-B459-486E-943A-14ECC81A8F68}">
      <dgm:prSet/>
      <dgm:spPr/>
      <dgm:t>
        <a:bodyPr/>
        <a:lstStyle/>
        <a:p>
          <a:endParaRPr lang="en-GB"/>
        </a:p>
      </dgm:t>
    </dgm:pt>
    <dgm:pt modelId="{AE512472-94F6-49D1-830A-5363FD4F29B1}" type="pres">
      <dgm:prSet presAssocID="{FCB092D4-DF00-41D0-A79D-7195AF7688F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2E271A8-2DE8-4025-88A4-CD7E58AC6FDA}" type="pres">
      <dgm:prSet presAssocID="{F423F5C4-89B7-4D5E-B957-38C44E3F1555}" presName="horFlow" presStyleCnt="0"/>
      <dgm:spPr/>
    </dgm:pt>
    <dgm:pt modelId="{67A167E4-05C2-4854-BE0B-A2555702F167}" type="pres">
      <dgm:prSet presAssocID="{F423F5C4-89B7-4D5E-B957-38C44E3F1555}" presName="bigChev" presStyleLbl="node1" presStyleIdx="0" presStyleCnt="2"/>
      <dgm:spPr/>
    </dgm:pt>
    <dgm:pt modelId="{DDD353F2-D9F7-4D49-95B3-BABF6CDFE8DB}" type="pres">
      <dgm:prSet presAssocID="{8FEE0A34-2535-4010-B7F7-7F7067B495EA}" presName="parTrans" presStyleCnt="0"/>
      <dgm:spPr/>
    </dgm:pt>
    <dgm:pt modelId="{1F117C58-9587-443F-84AC-FF897E800876}" type="pres">
      <dgm:prSet presAssocID="{D1F94001-EC4B-4997-A2B6-24ACDD1B7331}" presName="node" presStyleLbl="alignAccFollowNode1" presStyleIdx="0" presStyleCnt="5">
        <dgm:presLayoutVars>
          <dgm:bulletEnabled val="1"/>
        </dgm:presLayoutVars>
      </dgm:prSet>
      <dgm:spPr/>
    </dgm:pt>
    <dgm:pt modelId="{D2FD5CFA-76EE-42FB-8895-0E6C43303965}" type="pres">
      <dgm:prSet presAssocID="{3AE4C184-D717-4C54-8B43-BA0D69DEA109}" presName="sibTrans" presStyleCnt="0"/>
      <dgm:spPr/>
    </dgm:pt>
    <dgm:pt modelId="{92186EFA-992E-4BA3-9696-F93CA6AC5E05}" type="pres">
      <dgm:prSet presAssocID="{347408C7-AF22-4711-82A2-5BDAFEBC15B7}" presName="node" presStyleLbl="alignAccFollowNode1" presStyleIdx="1" presStyleCnt="5">
        <dgm:presLayoutVars>
          <dgm:bulletEnabled val="1"/>
        </dgm:presLayoutVars>
      </dgm:prSet>
      <dgm:spPr/>
    </dgm:pt>
    <dgm:pt modelId="{FD2DF045-6407-4830-9D27-CF970A8B1509}" type="pres">
      <dgm:prSet presAssocID="{DB15BEA6-81BB-4B40-BB40-6B49578BD288}" presName="sibTrans" presStyleCnt="0"/>
      <dgm:spPr/>
    </dgm:pt>
    <dgm:pt modelId="{898DBB93-2B20-4942-AC24-9FC5DF6B79D9}" type="pres">
      <dgm:prSet presAssocID="{04F294E4-5029-4946-BA91-4AED1241A254}" presName="node" presStyleLbl="alignAccFollowNode1" presStyleIdx="2" presStyleCnt="5">
        <dgm:presLayoutVars>
          <dgm:bulletEnabled val="1"/>
        </dgm:presLayoutVars>
      </dgm:prSet>
      <dgm:spPr/>
    </dgm:pt>
    <dgm:pt modelId="{CD3BF632-B399-4069-92FA-BF55DDA35832}" type="pres">
      <dgm:prSet presAssocID="{F423F5C4-89B7-4D5E-B957-38C44E3F1555}" presName="vSp" presStyleCnt="0"/>
      <dgm:spPr/>
    </dgm:pt>
    <dgm:pt modelId="{FA1895CE-5600-42E1-9429-6B42E9971DD3}" type="pres">
      <dgm:prSet presAssocID="{3A16D596-A02C-4F6D-8B1A-70893DD2249D}" presName="horFlow" presStyleCnt="0"/>
      <dgm:spPr/>
    </dgm:pt>
    <dgm:pt modelId="{93E6AFED-4D65-4C4A-842C-678F829E023D}" type="pres">
      <dgm:prSet presAssocID="{3A16D596-A02C-4F6D-8B1A-70893DD2249D}" presName="bigChev" presStyleLbl="node1" presStyleIdx="1" presStyleCnt="2"/>
      <dgm:spPr/>
    </dgm:pt>
    <dgm:pt modelId="{91E89784-23CC-46CF-A5CB-CF4AE13BA694}" type="pres">
      <dgm:prSet presAssocID="{AB867819-4068-4079-8E5E-B271FED2ECC9}" presName="parTrans" presStyleCnt="0"/>
      <dgm:spPr/>
    </dgm:pt>
    <dgm:pt modelId="{E3E9DB79-B3B0-4503-B06D-D77E1D59CD1F}" type="pres">
      <dgm:prSet presAssocID="{D9254581-10D6-403F-AA45-1FE74675E7CC}" presName="node" presStyleLbl="alignAccFollowNode1" presStyleIdx="3" presStyleCnt="5">
        <dgm:presLayoutVars>
          <dgm:bulletEnabled val="1"/>
        </dgm:presLayoutVars>
      </dgm:prSet>
      <dgm:spPr/>
    </dgm:pt>
    <dgm:pt modelId="{D28D03A5-E032-4C98-8957-E22B6A864B9E}" type="pres">
      <dgm:prSet presAssocID="{F298AA76-CEB3-4783-A5DC-4F7A9F5867A8}" presName="sibTrans" presStyleCnt="0"/>
      <dgm:spPr/>
    </dgm:pt>
    <dgm:pt modelId="{8F1C89B3-14D2-4C40-8FE8-CED6AF25688E}" type="pres">
      <dgm:prSet presAssocID="{771CD8D9-D0D0-4564-AF9E-4BABBCA1705F}" presName="node" presStyleLbl="alignAccFollowNode1" presStyleIdx="4" presStyleCnt="5">
        <dgm:presLayoutVars>
          <dgm:bulletEnabled val="1"/>
        </dgm:presLayoutVars>
      </dgm:prSet>
      <dgm:spPr/>
    </dgm:pt>
  </dgm:ptLst>
  <dgm:cxnLst>
    <dgm:cxn modelId="{154A5C07-F4BB-4179-B1B5-2F194A294FDD}" srcId="{F423F5C4-89B7-4D5E-B957-38C44E3F1555}" destId="{D1F94001-EC4B-4997-A2B6-24ACDD1B7331}" srcOrd="0" destOrd="0" parTransId="{8FEE0A34-2535-4010-B7F7-7F7067B495EA}" sibTransId="{3AE4C184-D717-4C54-8B43-BA0D69DEA109}"/>
    <dgm:cxn modelId="{91077921-D677-4C3A-A128-2FC0D37683C7}" srcId="{F423F5C4-89B7-4D5E-B957-38C44E3F1555}" destId="{347408C7-AF22-4711-82A2-5BDAFEBC15B7}" srcOrd="1" destOrd="0" parTransId="{E6DB86A8-2597-40AF-B0ED-968C8F750DCB}" sibTransId="{DB15BEA6-81BB-4B40-BB40-6B49578BD288}"/>
    <dgm:cxn modelId="{4EE2235B-D41E-49E0-8FD7-5D742B02B73A}" srcId="{3A16D596-A02C-4F6D-8B1A-70893DD2249D}" destId="{D9254581-10D6-403F-AA45-1FE74675E7CC}" srcOrd="0" destOrd="0" parTransId="{AB867819-4068-4079-8E5E-B271FED2ECC9}" sibTransId="{F298AA76-CEB3-4783-A5DC-4F7A9F5867A8}"/>
    <dgm:cxn modelId="{A8DBF759-08C6-4E31-BED6-F9AD74E1B14F}" type="presOf" srcId="{D1F94001-EC4B-4997-A2B6-24ACDD1B7331}" destId="{1F117C58-9587-443F-84AC-FF897E800876}" srcOrd="0" destOrd="0" presId="urn:microsoft.com/office/officeart/2005/8/layout/lProcess3"/>
    <dgm:cxn modelId="{443FB889-FD80-44D5-9DEE-611530E8E7AD}" type="presOf" srcId="{F423F5C4-89B7-4D5E-B957-38C44E3F1555}" destId="{67A167E4-05C2-4854-BE0B-A2555702F167}" srcOrd="0" destOrd="0" presId="urn:microsoft.com/office/officeart/2005/8/layout/lProcess3"/>
    <dgm:cxn modelId="{9382548B-5031-468C-8472-7E2CC5BF1041}" type="presOf" srcId="{771CD8D9-D0D0-4564-AF9E-4BABBCA1705F}" destId="{8F1C89B3-14D2-4C40-8FE8-CED6AF25688E}" srcOrd="0" destOrd="0" presId="urn:microsoft.com/office/officeart/2005/8/layout/lProcess3"/>
    <dgm:cxn modelId="{64516291-4FDE-4A5B-BF01-44B48C0CB44E}" type="presOf" srcId="{3A16D596-A02C-4F6D-8B1A-70893DD2249D}" destId="{93E6AFED-4D65-4C4A-842C-678F829E023D}" srcOrd="0" destOrd="0" presId="urn:microsoft.com/office/officeart/2005/8/layout/lProcess3"/>
    <dgm:cxn modelId="{11C5BF93-B486-4A5C-91C8-2D2A92ABC328}" type="presOf" srcId="{D9254581-10D6-403F-AA45-1FE74675E7CC}" destId="{E3E9DB79-B3B0-4503-B06D-D77E1D59CD1F}" srcOrd="0" destOrd="0" presId="urn:microsoft.com/office/officeart/2005/8/layout/lProcess3"/>
    <dgm:cxn modelId="{38841194-B459-486E-943A-14ECC81A8F68}" srcId="{3A16D596-A02C-4F6D-8B1A-70893DD2249D}" destId="{771CD8D9-D0D0-4564-AF9E-4BABBCA1705F}" srcOrd="1" destOrd="0" parTransId="{5FEED701-9C11-4882-8CDE-70A4A9AD5FFC}" sibTransId="{BF206044-268A-4914-B1C2-2E576CD91A37}"/>
    <dgm:cxn modelId="{E8F730AA-4A79-4FD6-B934-8AA026A20794}" type="presOf" srcId="{04F294E4-5029-4946-BA91-4AED1241A254}" destId="{898DBB93-2B20-4942-AC24-9FC5DF6B79D9}" srcOrd="0" destOrd="0" presId="urn:microsoft.com/office/officeart/2005/8/layout/lProcess3"/>
    <dgm:cxn modelId="{B172A7AB-B892-4F4F-9D63-FF57CB6B1030}" srcId="{FCB092D4-DF00-41D0-A79D-7195AF7688F7}" destId="{3A16D596-A02C-4F6D-8B1A-70893DD2249D}" srcOrd="1" destOrd="0" parTransId="{706C5964-E946-43EC-B931-331456F19ABC}" sibTransId="{678A3831-2735-4221-8436-7656DE2AD554}"/>
    <dgm:cxn modelId="{509F90B6-4562-46EB-917B-3AB40647CA92}" type="presOf" srcId="{FCB092D4-DF00-41D0-A79D-7195AF7688F7}" destId="{AE512472-94F6-49D1-830A-5363FD4F29B1}" srcOrd="0" destOrd="0" presId="urn:microsoft.com/office/officeart/2005/8/layout/lProcess3"/>
    <dgm:cxn modelId="{EACB9CD6-75E4-4C3F-9983-2F42D3D4D6C0}" type="presOf" srcId="{347408C7-AF22-4711-82A2-5BDAFEBC15B7}" destId="{92186EFA-992E-4BA3-9696-F93CA6AC5E05}" srcOrd="0" destOrd="0" presId="urn:microsoft.com/office/officeart/2005/8/layout/lProcess3"/>
    <dgm:cxn modelId="{63145DD8-7F4B-4313-807B-2596BD0DF4CC}" srcId="{FCB092D4-DF00-41D0-A79D-7195AF7688F7}" destId="{F423F5C4-89B7-4D5E-B957-38C44E3F1555}" srcOrd="0" destOrd="0" parTransId="{06792FBF-A825-4FD2-BE6B-03C928A41827}" sibTransId="{DA735982-D642-442F-A9A9-7CF644FEBA8A}"/>
    <dgm:cxn modelId="{7D3BE2EA-E5E4-4962-BD50-67DFC74ECC02}" srcId="{F423F5C4-89B7-4D5E-B957-38C44E3F1555}" destId="{04F294E4-5029-4946-BA91-4AED1241A254}" srcOrd="2" destOrd="0" parTransId="{D72DA8D8-54ED-428F-8E10-DC08B469B916}" sibTransId="{C73768BC-58F9-4C34-9C8E-8E8199371A01}"/>
    <dgm:cxn modelId="{72A60C33-6F97-434E-9F72-91EE3145AC3F}" type="presParOf" srcId="{AE512472-94F6-49D1-830A-5363FD4F29B1}" destId="{82E271A8-2DE8-4025-88A4-CD7E58AC6FDA}" srcOrd="0" destOrd="0" presId="urn:microsoft.com/office/officeart/2005/8/layout/lProcess3"/>
    <dgm:cxn modelId="{49FF3E41-1831-4E32-BA87-DD933ECEBEBE}" type="presParOf" srcId="{82E271A8-2DE8-4025-88A4-CD7E58AC6FDA}" destId="{67A167E4-05C2-4854-BE0B-A2555702F167}" srcOrd="0" destOrd="0" presId="urn:microsoft.com/office/officeart/2005/8/layout/lProcess3"/>
    <dgm:cxn modelId="{6AAA30AB-4BC4-4C65-8BD2-10BE333AEF60}" type="presParOf" srcId="{82E271A8-2DE8-4025-88A4-CD7E58AC6FDA}" destId="{DDD353F2-D9F7-4D49-95B3-BABF6CDFE8DB}" srcOrd="1" destOrd="0" presId="urn:microsoft.com/office/officeart/2005/8/layout/lProcess3"/>
    <dgm:cxn modelId="{C309DC9E-D8EB-4C1E-B335-1B6DA72EADA3}" type="presParOf" srcId="{82E271A8-2DE8-4025-88A4-CD7E58AC6FDA}" destId="{1F117C58-9587-443F-84AC-FF897E800876}" srcOrd="2" destOrd="0" presId="urn:microsoft.com/office/officeart/2005/8/layout/lProcess3"/>
    <dgm:cxn modelId="{AA454DD7-7387-447B-A0D5-D60DAAD0D86C}" type="presParOf" srcId="{82E271A8-2DE8-4025-88A4-CD7E58AC6FDA}" destId="{D2FD5CFA-76EE-42FB-8895-0E6C43303965}" srcOrd="3" destOrd="0" presId="urn:microsoft.com/office/officeart/2005/8/layout/lProcess3"/>
    <dgm:cxn modelId="{93AC46CA-8D2A-4FDC-8DDF-7185DC14D57F}" type="presParOf" srcId="{82E271A8-2DE8-4025-88A4-CD7E58AC6FDA}" destId="{92186EFA-992E-4BA3-9696-F93CA6AC5E05}" srcOrd="4" destOrd="0" presId="urn:microsoft.com/office/officeart/2005/8/layout/lProcess3"/>
    <dgm:cxn modelId="{CA0B8DF7-70B1-4113-9BCA-82ED517BB015}" type="presParOf" srcId="{82E271A8-2DE8-4025-88A4-CD7E58AC6FDA}" destId="{FD2DF045-6407-4830-9D27-CF970A8B1509}" srcOrd="5" destOrd="0" presId="urn:microsoft.com/office/officeart/2005/8/layout/lProcess3"/>
    <dgm:cxn modelId="{A517B6FE-CE31-4F64-A269-FBAB9BCFA3FB}" type="presParOf" srcId="{82E271A8-2DE8-4025-88A4-CD7E58AC6FDA}" destId="{898DBB93-2B20-4942-AC24-9FC5DF6B79D9}" srcOrd="6" destOrd="0" presId="urn:microsoft.com/office/officeart/2005/8/layout/lProcess3"/>
    <dgm:cxn modelId="{BE84422E-122B-49D8-8D61-9A024A062492}" type="presParOf" srcId="{AE512472-94F6-49D1-830A-5363FD4F29B1}" destId="{CD3BF632-B399-4069-92FA-BF55DDA35832}" srcOrd="1" destOrd="0" presId="urn:microsoft.com/office/officeart/2005/8/layout/lProcess3"/>
    <dgm:cxn modelId="{19B51BEF-3B0F-4ACB-A6BE-ABE8C1C7F61D}" type="presParOf" srcId="{AE512472-94F6-49D1-830A-5363FD4F29B1}" destId="{FA1895CE-5600-42E1-9429-6B42E9971DD3}" srcOrd="2" destOrd="0" presId="urn:microsoft.com/office/officeart/2005/8/layout/lProcess3"/>
    <dgm:cxn modelId="{B0D988CF-B324-4D06-851E-B731FAA1212D}" type="presParOf" srcId="{FA1895CE-5600-42E1-9429-6B42E9971DD3}" destId="{93E6AFED-4D65-4C4A-842C-678F829E023D}" srcOrd="0" destOrd="0" presId="urn:microsoft.com/office/officeart/2005/8/layout/lProcess3"/>
    <dgm:cxn modelId="{FC25C448-83B6-4EF7-9B34-9BB8A0E971F5}" type="presParOf" srcId="{FA1895CE-5600-42E1-9429-6B42E9971DD3}" destId="{91E89784-23CC-46CF-A5CB-CF4AE13BA694}" srcOrd="1" destOrd="0" presId="urn:microsoft.com/office/officeart/2005/8/layout/lProcess3"/>
    <dgm:cxn modelId="{29C2AEC0-6C77-4F0D-ABE0-287EA8172C88}" type="presParOf" srcId="{FA1895CE-5600-42E1-9429-6B42E9971DD3}" destId="{E3E9DB79-B3B0-4503-B06D-D77E1D59CD1F}" srcOrd="2" destOrd="0" presId="urn:microsoft.com/office/officeart/2005/8/layout/lProcess3"/>
    <dgm:cxn modelId="{DBEE8BA2-2D4B-4A6F-AB10-D867BC5F9FEF}" type="presParOf" srcId="{FA1895CE-5600-42E1-9429-6B42E9971DD3}" destId="{D28D03A5-E032-4C98-8957-E22B6A864B9E}" srcOrd="3" destOrd="0" presId="urn:microsoft.com/office/officeart/2005/8/layout/lProcess3"/>
    <dgm:cxn modelId="{2937752C-904F-436C-B353-E5E0D57E0C03}" type="presParOf" srcId="{FA1895CE-5600-42E1-9429-6B42E9971DD3}" destId="{8F1C89B3-14D2-4C40-8FE8-CED6AF25688E}" srcOrd="4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3CAD22-50E3-406E-94E5-89FAD981616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43A85801-1CE4-4999-9805-4AA5D48DD63A}">
      <dgm:prSet/>
      <dgm:spPr/>
      <dgm:t>
        <a:bodyPr/>
        <a:lstStyle/>
        <a:p>
          <a:r>
            <a:rPr lang="en-GB"/>
            <a:t>Core logic: ccna_quiz function</a:t>
          </a:r>
        </a:p>
      </dgm:t>
    </dgm:pt>
    <dgm:pt modelId="{E42C5CAE-3381-4476-96C2-7E2906625471}" type="parTrans" cxnId="{5989BDC8-4B95-43B3-943B-7EF1A9B1976E}">
      <dgm:prSet/>
      <dgm:spPr/>
      <dgm:t>
        <a:bodyPr/>
        <a:lstStyle/>
        <a:p>
          <a:endParaRPr lang="en-GB"/>
        </a:p>
      </dgm:t>
    </dgm:pt>
    <dgm:pt modelId="{2B454407-6830-4F0B-9219-E4037BE75984}" type="sibTrans" cxnId="{5989BDC8-4B95-43B3-943B-7EF1A9B1976E}">
      <dgm:prSet/>
      <dgm:spPr/>
      <dgm:t>
        <a:bodyPr/>
        <a:lstStyle/>
        <a:p>
          <a:endParaRPr lang="en-GB"/>
        </a:p>
      </dgm:t>
    </dgm:pt>
    <dgm:pt modelId="{EF1D94DC-113C-4444-9EFF-EB6253CB075A}">
      <dgm:prSet/>
      <dgm:spPr/>
      <dgm:t>
        <a:bodyPr/>
        <a:lstStyle/>
        <a:p>
          <a:r>
            <a:rPr lang="en-GB"/>
            <a:t>Features:</a:t>
          </a:r>
        </a:p>
      </dgm:t>
    </dgm:pt>
    <dgm:pt modelId="{A3D726E1-9E87-45B5-B771-9AC6D41A5756}" type="parTrans" cxnId="{8335F2F0-8155-44EF-B4B7-567D2DA0B92C}">
      <dgm:prSet/>
      <dgm:spPr/>
      <dgm:t>
        <a:bodyPr/>
        <a:lstStyle/>
        <a:p>
          <a:endParaRPr lang="en-GB"/>
        </a:p>
      </dgm:t>
    </dgm:pt>
    <dgm:pt modelId="{A7987EBB-45BB-4451-B06E-4DD038D06049}" type="sibTrans" cxnId="{8335F2F0-8155-44EF-B4B7-567D2DA0B92C}">
      <dgm:prSet/>
      <dgm:spPr/>
      <dgm:t>
        <a:bodyPr/>
        <a:lstStyle/>
        <a:p>
          <a:endParaRPr lang="en-GB"/>
        </a:p>
      </dgm:t>
    </dgm:pt>
    <dgm:pt modelId="{B671C697-67EC-4858-8349-5C0B29CB7236}">
      <dgm:prSet/>
      <dgm:spPr/>
      <dgm:t>
        <a:bodyPr/>
        <a:lstStyle/>
        <a:p>
          <a:r>
            <a:rPr lang="en-GB"/>
            <a:t>API question fetch</a:t>
          </a:r>
        </a:p>
      </dgm:t>
    </dgm:pt>
    <dgm:pt modelId="{78880AE3-CEEB-4349-9B54-23AF5B0C6E0D}" type="parTrans" cxnId="{3D44E63C-FD54-4ABA-A982-E918C432EF47}">
      <dgm:prSet/>
      <dgm:spPr/>
      <dgm:t>
        <a:bodyPr/>
        <a:lstStyle/>
        <a:p>
          <a:endParaRPr lang="en-GB"/>
        </a:p>
      </dgm:t>
    </dgm:pt>
    <dgm:pt modelId="{91F53F1E-F151-4B7C-AEE4-6CD2DE943A72}" type="sibTrans" cxnId="{3D44E63C-FD54-4ABA-A982-E918C432EF47}">
      <dgm:prSet/>
      <dgm:spPr/>
      <dgm:t>
        <a:bodyPr/>
        <a:lstStyle/>
        <a:p>
          <a:endParaRPr lang="en-GB"/>
        </a:p>
      </dgm:t>
    </dgm:pt>
    <dgm:pt modelId="{37B8E5EC-4703-45DA-9742-A0614573521D}">
      <dgm:prSet/>
      <dgm:spPr/>
      <dgm:t>
        <a:bodyPr/>
        <a:lstStyle/>
        <a:p>
          <a:r>
            <a:rPr lang="en-GB"/>
            <a:t>Discord embeds</a:t>
          </a:r>
        </a:p>
      </dgm:t>
    </dgm:pt>
    <dgm:pt modelId="{34C431E3-3CE3-4411-9AB5-58E2B0228C0E}" type="parTrans" cxnId="{54CC1966-5285-4FF3-B97D-5EA1F1A2C822}">
      <dgm:prSet/>
      <dgm:spPr/>
      <dgm:t>
        <a:bodyPr/>
        <a:lstStyle/>
        <a:p>
          <a:endParaRPr lang="en-GB"/>
        </a:p>
      </dgm:t>
    </dgm:pt>
    <dgm:pt modelId="{CFA387EA-43EF-43F2-8CB1-D62FE0DA18A7}" type="sibTrans" cxnId="{54CC1966-5285-4FF3-B97D-5EA1F1A2C822}">
      <dgm:prSet/>
      <dgm:spPr/>
      <dgm:t>
        <a:bodyPr/>
        <a:lstStyle/>
        <a:p>
          <a:endParaRPr lang="en-GB"/>
        </a:p>
      </dgm:t>
    </dgm:pt>
    <dgm:pt modelId="{0AE3BF27-F5D9-4179-B780-ED7C708F890F}">
      <dgm:prSet/>
      <dgm:spPr/>
      <dgm:t>
        <a:bodyPr/>
        <a:lstStyle/>
        <a:p>
          <a:r>
            <a:rPr lang="en-GB"/>
            <a:t>Async score updates</a:t>
          </a:r>
        </a:p>
      </dgm:t>
    </dgm:pt>
    <dgm:pt modelId="{7EBBE4E0-3992-4186-9E40-14D88FD2ABEC}" type="parTrans" cxnId="{A890F5E0-F2E9-42EE-8D8D-F98C5B647B88}">
      <dgm:prSet/>
      <dgm:spPr/>
      <dgm:t>
        <a:bodyPr/>
        <a:lstStyle/>
        <a:p>
          <a:endParaRPr lang="en-GB"/>
        </a:p>
      </dgm:t>
    </dgm:pt>
    <dgm:pt modelId="{C13C6A4C-2B15-4D2F-AFBD-AE7C4FED7460}" type="sibTrans" cxnId="{A890F5E0-F2E9-42EE-8D8D-F98C5B647B88}">
      <dgm:prSet/>
      <dgm:spPr/>
      <dgm:t>
        <a:bodyPr/>
        <a:lstStyle/>
        <a:p>
          <a:endParaRPr lang="en-GB"/>
        </a:p>
      </dgm:t>
    </dgm:pt>
    <dgm:pt modelId="{A636A541-7B72-45C3-A3CE-B111B31DC3EB}" type="pres">
      <dgm:prSet presAssocID="{573CAD22-50E3-406E-94E5-89FAD981616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D951694-4A26-483E-9D4D-E281381750CF}" type="pres">
      <dgm:prSet presAssocID="{43A85801-1CE4-4999-9805-4AA5D48DD63A}" presName="root" presStyleCnt="0"/>
      <dgm:spPr/>
    </dgm:pt>
    <dgm:pt modelId="{8ED026FC-38BA-4650-AC10-F0DD286D7C5C}" type="pres">
      <dgm:prSet presAssocID="{43A85801-1CE4-4999-9805-4AA5D48DD63A}" presName="rootComposite" presStyleCnt="0"/>
      <dgm:spPr/>
    </dgm:pt>
    <dgm:pt modelId="{5328000F-F23B-4086-ACD5-4BF3E081B92A}" type="pres">
      <dgm:prSet presAssocID="{43A85801-1CE4-4999-9805-4AA5D48DD63A}" presName="rootText" presStyleLbl="node1" presStyleIdx="0" presStyleCnt="2"/>
      <dgm:spPr/>
    </dgm:pt>
    <dgm:pt modelId="{60CA708F-D54B-4E1F-814C-0B7547898604}" type="pres">
      <dgm:prSet presAssocID="{43A85801-1CE4-4999-9805-4AA5D48DD63A}" presName="rootConnector" presStyleLbl="node1" presStyleIdx="0" presStyleCnt="2"/>
      <dgm:spPr/>
    </dgm:pt>
    <dgm:pt modelId="{47E00A13-CD88-4930-B7BB-C52CEC04FFC3}" type="pres">
      <dgm:prSet presAssocID="{43A85801-1CE4-4999-9805-4AA5D48DD63A}" presName="childShape" presStyleCnt="0"/>
      <dgm:spPr/>
    </dgm:pt>
    <dgm:pt modelId="{C7B1D1D6-EC3F-4E78-B48E-DD57DF6008C0}" type="pres">
      <dgm:prSet presAssocID="{EF1D94DC-113C-4444-9EFF-EB6253CB075A}" presName="root" presStyleCnt="0"/>
      <dgm:spPr/>
    </dgm:pt>
    <dgm:pt modelId="{D1EC673A-886A-45B0-A7E0-34F8B141394D}" type="pres">
      <dgm:prSet presAssocID="{EF1D94DC-113C-4444-9EFF-EB6253CB075A}" presName="rootComposite" presStyleCnt="0"/>
      <dgm:spPr/>
    </dgm:pt>
    <dgm:pt modelId="{0D9AD28C-83D8-482D-AAAA-B87DCF47D68B}" type="pres">
      <dgm:prSet presAssocID="{EF1D94DC-113C-4444-9EFF-EB6253CB075A}" presName="rootText" presStyleLbl="node1" presStyleIdx="1" presStyleCnt="2"/>
      <dgm:spPr/>
    </dgm:pt>
    <dgm:pt modelId="{8A8DCD59-78AB-4ED8-9073-7C014338D41D}" type="pres">
      <dgm:prSet presAssocID="{EF1D94DC-113C-4444-9EFF-EB6253CB075A}" presName="rootConnector" presStyleLbl="node1" presStyleIdx="1" presStyleCnt="2"/>
      <dgm:spPr/>
    </dgm:pt>
    <dgm:pt modelId="{FAD0CA47-40BD-4021-90C9-AAC448FBD229}" type="pres">
      <dgm:prSet presAssocID="{EF1D94DC-113C-4444-9EFF-EB6253CB075A}" presName="childShape" presStyleCnt="0"/>
      <dgm:spPr/>
    </dgm:pt>
    <dgm:pt modelId="{695882C3-A91C-4A6C-B1E9-E0EF1C832A7E}" type="pres">
      <dgm:prSet presAssocID="{78880AE3-CEEB-4349-9B54-23AF5B0C6E0D}" presName="Name13" presStyleLbl="parChTrans1D2" presStyleIdx="0" presStyleCnt="3"/>
      <dgm:spPr/>
    </dgm:pt>
    <dgm:pt modelId="{2D054D31-B8C3-42D8-B82A-9CA56F5B31A2}" type="pres">
      <dgm:prSet presAssocID="{B671C697-67EC-4858-8349-5C0B29CB7236}" presName="childText" presStyleLbl="bgAcc1" presStyleIdx="0" presStyleCnt="3">
        <dgm:presLayoutVars>
          <dgm:bulletEnabled val="1"/>
        </dgm:presLayoutVars>
      </dgm:prSet>
      <dgm:spPr/>
    </dgm:pt>
    <dgm:pt modelId="{A5F2FEA8-F636-4E25-B75A-D7A473394B73}" type="pres">
      <dgm:prSet presAssocID="{34C431E3-3CE3-4411-9AB5-58E2B0228C0E}" presName="Name13" presStyleLbl="parChTrans1D2" presStyleIdx="1" presStyleCnt="3"/>
      <dgm:spPr/>
    </dgm:pt>
    <dgm:pt modelId="{DDD06B04-724E-44B8-B2C1-7875F5802590}" type="pres">
      <dgm:prSet presAssocID="{37B8E5EC-4703-45DA-9742-A0614573521D}" presName="childText" presStyleLbl="bgAcc1" presStyleIdx="1" presStyleCnt="3">
        <dgm:presLayoutVars>
          <dgm:bulletEnabled val="1"/>
        </dgm:presLayoutVars>
      </dgm:prSet>
      <dgm:spPr/>
    </dgm:pt>
    <dgm:pt modelId="{472F35F0-ACBE-4FAD-B70D-6C496AAB517F}" type="pres">
      <dgm:prSet presAssocID="{7EBBE4E0-3992-4186-9E40-14D88FD2ABEC}" presName="Name13" presStyleLbl="parChTrans1D2" presStyleIdx="2" presStyleCnt="3"/>
      <dgm:spPr/>
    </dgm:pt>
    <dgm:pt modelId="{7994CF25-F728-41FB-835E-83BA59A6441A}" type="pres">
      <dgm:prSet presAssocID="{0AE3BF27-F5D9-4179-B780-ED7C708F890F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F4584218-28C6-4E2A-A5BF-D0F472EE890F}" type="presOf" srcId="{37B8E5EC-4703-45DA-9742-A0614573521D}" destId="{DDD06B04-724E-44B8-B2C1-7875F5802590}" srcOrd="0" destOrd="0" presId="urn:microsoft.com/office/officeart/2005/8/layout/hierarchy3"/>
    <dgm:cxn modelId="{2F7CA430-2D63-40E1-B97F-FAB9D1D96512}" type="presOf" srcId="{EF1D94DC-113C-4444-9EFF-EB6253CB075A}" destId="{8A8DCD59-78AB-4ED8-9073-7C014338D41D}" srcOrd="1" destOrd="0" presId="urn:microsoft.com/office/officeart/2005/8/layout/hierarchy3"/>
    <dgm:cxn modelId="{3D44E63C-FD54-4ABA-A982-E918C432EF47}" srcId="{EF1D94DC-113C-4444-9EFF-EB6253CB075A}" destId="{B671C697-67EC-4858-8349-5C0B29CB7236}" srcOrd="0" destOrd="0" parTransId="{78880AE3-CEEB-4349-9B54-23AF5B0C6E0D}" sibTransId="{91F53F1E-F151-4B7C-AEE4-6CD2DE943A72}"/>
    <dgm:cxn modelId="{29E40E46-ADF2-4127-A5BA-E28025A4A14F}" type="presOf" srcId="{B671C697-67EC-4858-8349-5C0B29CB7236}" destId="{2D054D31-B8C3-42D8-B82A-9CA56F5B31A2}" srcOrd="0" destOrd="0" presId="urn:microsoft.com/office/officeart/2005/8/layout/hierarchy3"/>
    <dgm:cxn modelId="{54CC1966-5285-4FF3-B97D-5EA1F1A2C822}" srcId="{EF1D94DC-113C-4444-9EFF-EB6253CB075A}" destId="{37B8E5EC-4703-45DA-9742-A0614573521D}" srcOrd="1" destOrd="0" parTransId="{34C431E3-3CE3-4411-9AB5-58E2B0228C0E}" sibTransId="{CFA387EA-43EF-43F2-8CB1-D62FE0DA18A7}"/>
    <dgm:cxn modelId="{05909658-F7FC-4C99-B57C-FA262C763371}" type="presOf" srcId="{573CAD22-50E3-406E-94E5-89FAD981616A}" destId="{A636A541-7B72-45C3-A3CE-B111B31DC3EB}" srcOrd="0" destOrd="0" presId="urn:microsoft.com/office/officeart/2005/8/layout/hierarchy3"/>
    <dgm:cxn modelId="{A8654D86-3BEC-4952-8422-3C8B43C71397}" type="presOf" srcId="{78880AE3-CEEB-4349-9B54-23AF5B0C6E0D}" destId="{695882C3-A91C-4A6C-B1E9-E0EF1C832A7E}" srcOrd="0" destOrd="0" presId="urn:microsoft.com/office/officeart/2005/8/layout/hierarchy3"/>
    <dgm:cxn modelId="{7EDBEE97-EF65-44BC-BCAD-0462F05C66D0}" type="presOf" srcId="{EF1D94DC-113C-4444-9EFF-EB6253CB075A}" destId="{0D9AD28C-83D8-482D-AAAA-B87DCF47D68B}" srcOrd="0" destOrd="0" presId="urn:microsoft.com/office/officeart/2005/8/layout/hierarchy3"/>
    <dgm:cxn modelId="{DBD75DAB-3A6F-41CC-A2E5-46A264069183}" type="presOf" srcId="{43A85801-1CE4-4999-9805-4AA5D48DD63A}" destId="{5328000F-F23B-4086-ACD5-4BF3E081B92A}" srcOrd="0" destOrd="0" presId="urn:microsoft.com/office/officeart/2005/8/layout/hierarchy3"/>
    <dgm:cxn modelId="{B54C96BC-AFA8-4AEA-BB67-3C2263E4B02E}" type="presOf" srcId="{7EBBE4E0-3992-4186-9E40-14D88FD2ABEC}" destId="{472F35F0-ACBE-4FAD-B70D-6C496AAB517F}" srcOrd="0" destOrd="0" presId="urn:microsoft.com/office/officeart/2005/8/layout/hierarchy3"/>
    <dgm:cxn modelId="{EA0453C6-226F-4C2E-8FB0-9FF2DC73FB0F}" type="presOf" srcId="{43A85801-1CE4-4999-9805-4AA5D48DD63A}" destId="{60CA708F-D54B-4E1F-814C-0B7547898604}" srcOrd="1" destOrd="0" presId="urn:microsoft.com/office/officeart/2005/8/layout/hierarchy3"/>
    <dgm:cxn modelId="{FA176FC7-5A8A-40C1-A51D-C42245710AF6}" type="presOf" srcId="{34C431E3-3CE3-4411-9AB5-58E2B0228C0E}" destId="{A5F2FEA8-F636-4E25-B75A-D7A473394B73}" srcOrd="0" destOrd="0" presId="urn:microsoft.com/office/officeart/2005/8/layout/hierarchy3"/>
    <dgm:cxn modelId="{5989BDC8-4B95-43B3-943B-7EF1A9B1976E}" srcId="{573CAD22-50E3-406E-94E5-89FAD981616A}" destId="{43A85801-1CE4-4999-9805-4AA5D48DD63A}" srcOrd="0" destOrd="0" parTransId="{E42C5CAE-3381-4476-96C2-7E2906625471}" sibTransId="{2B454407-6830-4F0B-9219-E4037BE75984}"/>
    <dgm:cxn modelId="{A890F5E0-F2E9-42EE-8D8D-F98C5B647B88}" srcId="{EF1D94DC-113C-4444-9EFF-EB6253CB075A}" destId="{0AE3BF27-F5D9-4179-B780-ED7C708F890F}" srcOrd="2" destOrd="0" parTransId="{7EBBE4E0-3992-4186-9E40-14D88FD2ABEC}" sibTransId="{C13C6A4C-2B15-4D2F-AFBD-AE7C4FED7460}"/>
    <dgm:cxn modelId="{EFB7C5E9-BCF8-4415-9EE5-3386A704A1B2}" type="presOf" srcId="{0AE3BF27-F5D9-4179-B780-ED7C708F890F}" destId="{7994CF25-F728-41FB-835E-83BA59A6441A}" srcOrd="0" destOrd="0" presId="urn:microsoft.com/office/officeart/2005/8/layout/hierarchy3"/>
    <dgm:cxn modelId="{8335F2F0-8155-44EF-B4B7-567D2DA0B92C}" srcId="{573CAD22-50E3-406E-94E5-89FAD981616A}" destId="{EF1D94DC-113C-4444-9EFF-EB6253CB075A}" srcOrd="1" destOrd="0" parTransId="{A3D726E1-9E87-45B5-B771-9AC6D41A5756}" sibTransId="{A7987EBB-45BB-4451-B06E-4DD038D06049}"/>
    <dgm:cxn modelId="{84B1EF6C-3873-4B10-BB87-1D5BF141BBD6}" type="presParOf" srcId="{A636A541-7B72-45C3-A3CE-B111B31DC3EB}" destId="{8D951694-4A26-483E-9D4D-E281381750CF}" srcOrd="0" destOrd="0" presId="urn:microsoft.com/office/officeart/2005/8/layout/hierarchy3"/>
    <dgm:cxn modelId="{1B7FE044-E364-48E8-A154-8AC6B8878A23}" type="presParOf" srcId="{8D951694-4A26-483E-9D4D-E281381750CF}" destId="{8ED026FC-38BA-4650-AC10-F0DD286D7C5C}" srcOrd="0" destOrd="0" presId="urn:microsoft.com/office/officeart/2005/8/layout/hierarchy3"/>
    <dgm:cxn modelId="{AC9BAC1A-2CC5-4AC7-86FD-E2D5B362CCF8}" type="presParOf" srcId="{8ED026FC-38BA-4650-AC10-F0DD286D7C5C}" destId="{5328000F-F23B-4086-ACD5-4BF3E081B92A}" srcOrd="0" destOrd="0" presId="urn:microsoft.com/office/officeart/2005/8/layout/hierarchy3"/>
    <dgm:cxn modelId="{132E413F-0B73-46B4-8BE0-B4BDA0534C40}" type="presParOf" srcId="{8ED026FC-38BA-4650-AC10-F0DD286D7C5C}" destId="{60CA708F-D54B-4E1F-814C-0B7547898604}" srcOrd="1" destOrd="0" presId="urn:microsoft.com/office/officeart/2005/8/layout/hierarchy3"/>
    <dgm:cxn modelId="{DCEFE5D1-F09F-4874-93E3-B7DDDF5E14E7}" type="presParOf" srcId="{8D951694-4A26-483E-9D4D-E281381750CF}" destId="{47E00A13-CD88-4930-B7BB-C52CEC04FFC3}" srcOrd="1" destOrd="0" presId="urn:microsoft.com/office/officeart/2005/8/layout/hierarchy3"/>
    <dgm:cxn modelId="{B7146A1D-5503-423A-B077-BC9F8A96C983}" type="presParOf" srcId="{A636A541-7B72-45C3-A3CE-B111B31DC3EB}" destId="{C7B1D1D6-EC3F-4E78-B48E-DD57DF6008C0}" srcOrd="1" destOrd="0" presId="urn:microsoft.com/office/officeart/2005/8/layout/hierarchy3"/>
    <dgm:cxn modelId="{15F67351-BDDC-4068-942C-92D3A5732426}" type="presParOf" srcId="{C7B1D1D6-EC3F-4E78-B48E-DD57DF6008C0}" destId="{D1EC673A-886A-45B0-A7E0-34F8B141394D}" srcOrd="0" destOrd="0" presId="urn:microsoft.com/office/officeart/2005/8/layout/hierarchy3"/>
    <dgm:cxn modelId="{672DD88C-1CE9-43A7-A66D-7E8942F26B0D}" type="presParOf" srcId="{D1EC673A-886A-45B0-A7E0-34F8B141394D}" destId="{0D9AD28C-83D8-482D-AAAA-B87DCF47D68B}" srcOrd="0" destOrd="0" presId="urn:microsoft.com/office/officeart/2005/8/layout/hierarchy3"/>
    <dgm:cxn modelId="{3CDC7E1A-71EE-40FD-A4FE-068A77A2008A}" type="presParOf" srcId="{D1EC673A-886A-45B0-A7E0-34F8B141394D}" destId="{8A8DCD59-78AB-4ED8-9073-7C014338D41D}" srcOrd="1" destOrd="0" presId="urn:microsoft.com/office/officeart/2005/8/layout/hierarchy3"/>
    <dgm:cxn modelId="{B63E3A25-AE4A-4101-8BB0-F5968A23CC38}" type="presParOf" srcId="{C7B1D1D6-EC3F-4E78-B48E-DD57DF6008C0}" destId="{FAD0CA47-40BD-4021-90C9-AAC448FBD229}" srcOrd="1" destOrd="0" presId="urn:microsoft.com/office/officeart/2005/8/layout/hierarchy3"/>
    <dgm:cxn modelId="{1964D4F1-9885-4D26-A195-E758D546CB01}" type="presParOf" srcId="{FAD0CA47-40BD-4021-90C9-AAC448FBD229}" destId="{695882C3-A91C-4A6C-B1E9-E0EF1C832A7E}" srcOrd="0" destOrd="0" presId="urn:microsoft.com/office/officeart/2005/8/layout/hierarchy3"/>
    <dgm:cxn modelId="{ACBD0533-4A54-4D42-A5F8-4460E33F7D6C}" type="presParOf" srcId="{FAD0CA47-40BD-4021-90C9-AAC448FBD229}" destId="{2D054D31-B8C3-42D8-B82A-9CA56F5B31A2}" srcOrd="1" destOrd="0" presId="urn:microsoft.com/office/officeart/2005/8/layout/hierarchy3"/>
    <dgm:cxn modelId="{2149F547-6B35-4DAE-8B2E-962B00E41143}" type="presParOf" srcId="{FAD0CA47-40BD-4021-90C9-AAC448FBD229}" destId="{A5F2FEA8-F636-4E25-B75A-D7A473394B73}" srcOrd="2" destOrd="0" presId="urn:microsoft.com/office/officeart/2005/8/layout/hierarchy3"/>
    <dgm:cxn modelId="{1D7EE74A-BFBC-4E90-B7AA-3AC20886D41B}" type="presParOf" srcId="{FAD0CA47-40BD-4021-90C9-AAC448FBD229}" destId="{DDD06B04-724E-44B8-B2C1-7875F5802590}" srcOrd="3" destOrd="0" presId="urn:microsoft.com/office/officeart/2005/8/layout/hierarchy3"/>
    <dgm:cxn modelId="{73BB71CC-A228-475F-BA70-FC6B7EBFAE79}" type="presParOf" srcId="{FAD0CA47-40BD-4021-90C9-AAC448FBD229}" destId="{472F35F0-ACBE-4FAD-B70D-6C496AAB517F}" srcOrd="4" destOrd="0" presId="urn:microsoft.com/office/officeart/2005/8/layout/hierarchy3"/>
    <dgm:cxn modelId="{BC58FC52-8BEB-4078-80F6-BFF676E71527}" type="presParOf" srcId="{FAD0CA47-40BD-4021-90C9-AAC448FBD229}" destId="{7994CF25-F728-41FB-835E-83BA59A6441A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AEEE6D6-A24E-472B-A43F-96730D8F8366}" type="doc">
      <dgm:prSet loTypeId="urn:microsoft.com/office/officeart/2005/8/layout/cycle1" loCatId="cycle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GB"/>
        </a:p>
      </dgm:t>
    </dgm:pt>
    <dgm:pt modelId="{4F73380B-F9C8-44D7-BF5E-8C6A6B6ABD25}">
      <dgm:prSet/>
      <dgm:spPr/>
      <dgm:t>
        <a:bodyPr/>
        <a:lstStyle/>
        <a:p>
          <a:r>
            <a:rPr lang="en-GB"/>
            <a:t>Live Demo:</a:t>
          </a:r>
        </a:p>
      </dgm:t>
    </dgm:pt>
    <dgm:pt modelId="{7ABA9DF1-5387-4207-B83B-70B960847F2A}" type="parTrans" cxnId="{ACAEB4CE-F183-4B6A-9C3D-0B0B398AEFA0}">
      <dgm:prSet/>
      <dgm:spPr/>
      <dgm:t>
        <a:bodyPr/>
        <a:lstStyle/>
        <a:p>
          <a:endParaRPr lang="en-GB"/>
        </a:p>
      </dgm:t>
    </dgm:pt>
    <dgm:pt modelId="{58BC20F5-6B74-433A-A716-B5CCE86636FA}" type="sibTrans" cxnId="{ACAEB4CE-F183-4B6A-9C3D-0B0B398AEFA0}">
      <dgm:prSet/>
      <dgm:spPr/>
      <dgm:t>
        <a:bodyPr/>
        <a:lstStyle/>
        <a:p>
          <a:endParaRPr lang="en-GB"/>
        </a:p>
      </dgm:t>
    </dgm:pt>
    <dgm:pt modelId="{AA0C6BED-058F-4E30-9AEA-A93031F6C5A3}">
      <dgm:prSet/>
      <dgm:spPr/>
      <dgm:t>
        <a:bodyPr/>
        <a:lstStyle/>
        <a:p>
          <a:r>
            <a:rPr lang="en-GB"/>
            <a:t>$ccna 1 or 2 or 3: Quiz with embed, explanation</a:t>
          </a:r>
        </a:p>
      </dgm:t>
    </dgm:pt>
    <dgm:pt modelId="{1F7E61CC-E64C-4741-A217-F6DBD83946C1}" type="parTrans" cxnId="{B4AB3F98-38E7-40D6-AF02-2EFAD5E48FEE}">
      <dgm:prSet/>
      <dgm:spPr/>
      <dgm:t>
        <a:bodyPr/>
        <a:lstStyle/>
        <a:p>
          <a:endParaRPr lang="en-GB"/>
        </a:p>
      </dgm:t>
    </dgm:pt>
    <dgm:pt modelId="{EB2B879A-1D4C-4564-81D9-49ACF9FF15BC}" type="sibTrans" cxnId="{B4AB3F98-38E7-40D6-AF02-2EFAD5E48FEE}">
      <dgm:prSet/>
      <dgm:spPr/>
      <dgm:t>
        <a:bodyPr/>
        <a:lstStyle/>
        <a:p>
          <a:endParaRPr lang="en-GB"/>
        </a:p>
      </dgm:t>
    </dgm:pt>
    <dgm:pt modelId="{87F8E4B2-3FB3-4F14-A567-5140E08A973E}">
      <dgm:prSet/>
      <dgm:spPr/>
      <dgm:t>
        <a:bodyPr/>
        <a:lstStyle/>
        <a:p>
          <a:r>
            <a:rPr lang="en-GB"/>
            <a:t>$leaderboard: Top scorers</a:t>
          </a:r>
        </a:p>
      </dgm:t>
    </dgm:pt>
    <dgm:pt modelId="{8EB1E4DD-5B7D-4489-886F-180EAEC841D6}" type="parTrans" cxnId="{A9C0A151-5BCF-4877-A07A-E5C790EB675D}">
      <dgm:prSet/>
      <dgm:spPr/>
      <dgm:t>
        <a:bodyPr/>
        <a:lstStyle/>
        <a:p>
          <a:endParaRPr lang="en-GB"/>
        </a:p>
      </dgm:t>
    </dgm:pt>
    <dgm:pt modelId="{475C3C35-C5CD-4D19-9731-64A86E8D97C7}" type="sibTrans" cxnId="{A9C0A151-5BCF-4877-A07A-E5C790EB675D}">
      <dgm:prSet/>
      <dgm:spPr/>
      <dgm:t>
        <a:bodyPr/>
        <a:lstStyle/>
        <a:p>
          <a:endParaRPr lang="en-GB"/>
        </a:p>
      </dgm:t>
    </dgm:pt>
    <dgm:pt modelId="{B9B57795-0E81-43A8-9558-9C5A05B360A9}">
      <dgm:prSet/>
      <dgm:spPr/>
      <dgm:t>
        <a:bodyPr/>
        <a:lstStyle/>
        <a:p>
          <a:r>
            <a:rPr lang="en-GB"/>
            <a:t>Expected Output:</a:t>
          </a:r>
        </a:p>
      </dgm:t>
    </dgm:pt>
    <dgm:pt modelId="{7CDDEA45-C19A-4171-B665-2C58C84EF811}" type="parTrans" cxnId="{5A9EC500-6209-4644-BACC-2CE2630DD191}">
      <dgm:prSet/>
      <dgm:spPr/>
      <dgm:t>
        <a:bodyPr/>
        <a:lstStyle/>
        <a:p>
          <a:endParaRPr lang="en-GB"/>
        </a:p>
      </dgm:t>
    </dgm:pt>
    <dgm:pt modelId="{2A38B137-EBC8-4C20-830D-1353D9A3A6A2}" type="sibTrans" cxnId="{5A9EC500-6209-4644-BACC-2CE2630DD191}">
      <dgm:prSet/>
      <dgm:spPr/>
      <dgm:t>
        <a:bodyPr/>
        <a:lstStyle/>
        <a:p>
          <a:endParaRPr lang="en-GB"/>
        </a:p>
      </dgm:t>
    </dgm:pt>
    <dgm:pt modelId="{08E56B45-E414-4954-8CEF-4BB17DA45656}">
      <dgm:prSet/>
      <dgm:spPr/>
      <dgm:t>
        <a:bodyPr/>
        <a:lstStyle/>
        <a:p>
          <a:r>
            <a:rPr lang="en-GB"/>
            <a:t>Interactive quiz response</a:t>
          </a:r>
        </a:p>
      </dgm:t>
    </dgm:pt>
    <dgm:pt modelId="{0ACAB867-8202-454C-BC7B-AB9E6C8C2DA9}" type="parTrans" cxnId="{D9382BA8-9D5D-4796-B5BD-B8F3B0141C17}">
      <dgm:prSet/>
      <dgm:spPr/>
      <dgm:t>
        <a:bodyPr/>
        <a:lstStyle/>
        <a:p>
          <a:endParaRPr lang="en-GB"/>
        </a:p>
      </dgm:t>
    </dgm:pt>
    <dgm:pt modelId="{129D1557-39D3-4EBB-BB62-8AC07BB77B41}" type="sibTrans" cxnId="{D9382BA8-9D5D-4796-B5BD-B8F3B0141C17}">
      <dgm:prSet/>
      <dgm:spPr/>
      <dgm:t>
        <a:bodyPr/>
        <a:lstStyle/>
        <a:p>
          <a:endParaRPr lang="en-GB"/>
        </a:p>
      </dgm:t>
    </dgm:pt>
    <dgm:pt modelId="{E9E4BB84-43AB-4172-9E19-7B73B3EF2232}">
      <dgm:prSet/>
      <dgm:spPr/>
      <dgm:t>
        <a:bodyPr/>
        <a:lstStyle/>
        <a:p>
          <a:r>
            <a:rPr lang="en-GB"/>
            <a:t>Leaderboard rankings</a:t>
          </a:r>
        </a:p>
      </dgm:t>
    </dgm:pt>
    <dgm:pt modelId="{75F0A2C2-0EC1-4F1A-BEB1-1D04B7F474D2}" type="parTrans" cxnId="{3D365772-9E86-4215-BFC4-7D2A6904E0AA}">
      <dgm:prSet/>
      <dgm:spPr/>
      <dgm:t>
        <a:bodyPr/>
        <a:lstStyle/>
        <a:p>
          <a:endParaRPr lang="en-GB"/>
        </a:p>
      </dgm:t>
    </dgm:pt>
    <dgm:pt modelId="{BCAF910D-4B55-4A31-93EF-4A96ADE207BA}" type="sibTrans" cxnId="{3D365772-9E86-4215-BFC4-7D2A6904E0AA}">
      <dgm:prSet/>
      <dgm:spPr/>
      <dgm:t>
        <a:bodyPr/>
        <a:lstStyle/>
        <a:p>
          <a:endParaRPr lang="en-GB"/>
        </a:p>
      </dgm:t>
    </dgm:pt>
    <dgm:pt modelId="{363F3207-2FD4-415E-B875-929C8FA553BA}" type="pres">
      <dgm:prSet presAssocID="{AAEEE6D6-A24E-472B-A43F-96730D8F8366}" presName="cycle" presStyleCnt="0">
        <dgm:presLayoutVars>
          <dgm:dir/>
          <dgm:resizeHandles val="exact"/>
        </dgm:presLayoutVars>
      </dgm:prSet>
      <dgm:spPr/>
    </dgm:pt>
    <dgm:pt modelId="{6BAF1E32-20D9-40CB-B393-A09A07CBBF34}" type="pres">
      <dgm:prSet presAssocID="{4F73380B-F9C8-44D7-BF5E-8C6A6B6ABD25}" presName="dummy" presStyleCnt="0"/>
      <dgm:spPr/>
    </dgm:pt>
    <dgm:pt modelId="{DC514F11-19C8-43F8-BDDE-EA2F32E687F3}" type="pres">
      <dgm:prSet presAssocID="{4F73380B-F9C8-44D7-BF5E-8C6A6B6ABD25}" presName="node" presStyleLbl="revTx" presStyleIdx="0" presStyleCnt="2">
        <dgm:presLayoutVars>
          <dgm:bulletEnabled val="1"/>
        </dgm:presLayoutVars>
      </dgm:prSet>
      <dgm:spPr/>
    </dgm:pt>
    <dgm:pt modelId="{91AB91DB-F3BD-4A60-91C1-E00D5C4F19B2}" type="pres">
      <dgm:prSet presAssocID="{58BC20F5-6B74-433A-A716-B5CCE86636FA}" presName="sibTrans" presStyleLbl="node1" presStyleIdx="0" presStyleCnt="2"/>
      <dgm:spPr/>
    </dgm:pt>
    <dgm:pt modelId="{8DFDFC70-5124-47F7-B552-9BDB273697A8}" type="pres">
      <dgm:prSet presAssocID="{B9B57795-0E81-43A8-9558-9C5A05B360A9}" presName="dummy" presStyleCnt="0"/>
      <dgm:spPr/>
    </dgm:pt>
    <dgm:pt modelId="{D6C56457-5141-4C4E-9194-D941D28FFAA3}" type="pres">
      <dgm:prSet presAssocID="{B9B57795-0E81-43A8-9558-9C5A05B360A9}" presName="node" presStyleLbl="revTx" presStyleIdx="1" presStyleCnt="2">
        <dgm:presLayoutVars>
          <dgm:bulletEnabled val="1"/>
        </dgm:presLayoutVars>
      </dgm:prSet>
      <dgm:spPr/>
    </dgm:pt>
    <dgm:pt modelId="{C441BCDF-E19D-4DB6-AD1E-E6A9B1372C21}" type="pres">
      <dgm:prSet presAssocID="{2A38B137-EBC8-4C20-830D-1353D9A3A6A2}" presName="sibTrans" presStyleLbl="node1" presStyleIdx="1" presStyleCnt="2"/>
      <dgm:spPr/>
    </dgm:pt>
  </dgm:ptLst>
  <dgm:cxnLst>
    <dgm:cxn modelId="{5A9EC500-6209-4644-BACC-2CE2630DD191}" srcId="{AAEEE6D6-A24E-472B-A43F-96730D8F8366}" destId="{B9B57795-0E81-43A8-9558-9C5A05B360A9}" srcOrd="1" destOrd="0" parTransId="{7CDDEA45-C19A-4171-B665-2C58C84EF811}" sibTransId="{2A38B137-EBC8-4C20-830D-1353D9A3A6A2}"/>
    <dgm:cxn modelId="{3397B13F-37C6-45EA-95B1-6CC10AFC13C4}" type="presOf" srcId="{2A38B137-EBC8-4C20-830D-1353D9A3A6A2}" destId="{C441BCDF-E19D-4DB6-AD1E-E6A9B1372C21}" srcOrd="0" destOrd="0" presId="urn:microsoft.com/office/officeart/2005/8/layout/cycle1"/>
    <dgm:cxn modelId="{24527668-EF9A-469C-A67F-30A538BA1D31}" type="presOf" srcId="{AA0C6BED-058F-4E30-9AEA-A93031F6C5A3}" destId="{DC514F11-19C8-43F8-BDDE-EA2F32E687F3}" srcOrd="0" destOrd="1" presId="urn:microsoft.com/office/officeart/2005/8/layout/cycle1"/>
    <dgm:cxn modelId="{A9C0A151-5BCF-4877-A07A-E5C790EB675D}" srcId="{4F73380B-F9C8-44D7-BF5E-8C6A6B6ABD25}" destId="{87F8E4B2-3FB3-4F14-A567-5140E08A973E}" srcOrd="1" destOrd="0" parTransId="{8EB1E4DD-5B7D-4489-886F-180EAEC841D6}" sibTransId="{475C3C35-C5CD-4D19-9731-64A86E8D97C7}"/>
    <dgm:cxn modelId="{3D365772-9E86-4215-BFC4-7D2A6904E0AA}" srcId="{B9B57795-0E81-43A8-9558-9C5A05B360A9}" destId="{E9E4BB84-43AB-4172-9E19-7B73B3EF2232}" srcOrd="1" destOrd="0" parTransId="{75F0A2C2-0EC1-4F1A-BEB1-1D04B7F474D2}" sibTransId="{BCAF910D-4B55-4A31-93EF-4A96ADE207BA}"/>
    <dgm:cxn modelId="{D3269F56-770A-48E5-BB72-37A3674CEF72}" type="presOf" srcId="{AAEEE6D6-A24E-472B-A43F-96730D8F8366}" destId="{363F3207-2FD4-415E-B875-929C8FA553BA}" srcOrd="0" destOrd="0" presId="urn:microsoft.com/office/officeart/2005/8/layout/cycle1"/>
    <dgm:cxn modelId="{E50B8758-24E8-4A4E-910B-1D42AF8B9856}" type="presOf" srcId="{4F73380B-F9C8-44D7-BF5E-8C6A6B6ABD25}" destId="{DC514F11-19C8-43F8-BDDE-EA2F32E687F3}" srcOrd="0" destOrd="0" presId="urn:microsoft.com/office/officeart/2005/8/layout/cycle1"/>
    <dgm:cxn modelId="{C9DD4988-CDAD-40CC-9496-EB75B4A126CC}" type="presOf" srcId="{B9B57795-0E81-43A8-9558-9C5A05B360A9}" destId="{D6C56457-5141-4C4E-9194-D941D28FFAA3}" srcOrd="0" destOrd="0" presId="urn:microsoft.com/office/officeart/2005/8/layout/cycle1"/>
    <dgm:cxn modelId="{920DAC97-C4D7-4697-B857-4148C29EAFF7}" type="presOf" srcId="{08E56B45-E414-4954-8CEF-4BB17DA45656}" destId="{D6C56457-5141-4C4E-9194-D941D28FFAA3}" srcOrd="0" destOrd="1" presId="urn:microsoft.com/office/officeart/2005/8/layout/cycle1"/>
    <dgm:cxn modelId="{B4AB3F98-38E7-40D6-AF02-2EFAD5E48FEE}" srcId="{4F73380B-F9C8-44D7-BF5E-8C6A6B6ABD25}" destId="{AA0C6BED-058F-4E30-9AEA-A93031F6C5A3}" srcOrd="0" destOrd="0" parTransId="{1F7E61CC-E64C-4741-A217-F6DBD83946C1}" sibTransId="{EB2B879A-1D4C-4564-81D9-49ACF9FF15BC}"/>
    <dgm:cxn modelId="{D9382BA8-9D5D-4796-B5BD-B8F3B0141C17}" srcId="{B9B57795-0E81-43A8-9558-9C5A05B360A9}" destId="{08E56B45-E414-4954-8CEF-4BB17DA45656}" srcOrd="0" destOrd="0" parTransId="{0ACAB867-8202-454C-BC7B-AB9E6C8C2DA9}" sibTransId="{129D1557-39D3-4EBB-BB62-8AC07BB77B41}"/>
    <dgm:cxn modelId="{2DEC08B4-1F11-4A0C-B629-FB1748BEC20B}" type="presOf" srcId="{58BC20F5-6B74-433A-A716-B5CCE86636FA}" destId="{91AB91DB-F3BD-4A60-91C1-E00D5C4F19B2}" srcOrd="0" destOrd="0" presId="urn:microsoft.com/office/officeart/2005/8/layout/cycle1"/>
    <dgm:cxn modelId="{832D11C7-3260-4EA4-85F6-B244CA29E0A4}" type="presOf" srcId="{87F8E4B2-3FB3-4F14-A567-5140E08A973E}" destId="{DC514F11-19C8-43F8-BDDE-EA2F32E687F3}" srcOrd="0" destOrd="2" presId="urn:microsoft.com/office/officeart/2005/8/layout/cycle1"/>
    <dgm:cxn modelId="{ACAEB4CE-F183-4B6A-9C3D-0B0B398AEFA0}" srcId="{AAEEE6D6-A24E-472B-A43F-96730D8F8366}" destId="{4F73380B-F9C8-44D7-BF5E-8C6A6B6ABD25}" srcOrd="0" destOrd="0" parTransId="{7ABA9DF1-5387-4207-B83B-70B960847F2A}" sibTransId="{58BC20F5-6B74-433A-A716-B5CCE86636FA}"/>
    <dgm:cxn modelId="{09C7D8FE-5EE7-44AB-8F25-77E9A809FF31}" type="presOf" srcId="{E9E4BB84-43AB-4172-9E19-7B73B3EF2232}" destId="{D6C56457-5141-4C4E-9194-D941D28FFAA3}" srcOrd="0" destOrd="2" presId="urn:microsoft.com/office/officeart/2005/8/layout/cycle1"/>
    <dgm:cxn modelId="{32E4A79E-CDDC-4E7D-A113-F4A70C285873}" type="presParOf" srcId="{363F3207-2FD4-415E-B875-929C8FA553BA}" destId="{6BAF1E32-20D9-40CB-B393-A09A07CBBF34}" srcOrd="0" destOrd="0" presId="urn:microsoft.com/office/officeart/2005/8/layout/cycle1"/>
    <dgm:cxn modelId="{D77C3175-F237-46B6-AF7F-40A38FDE586A}" type="presParOf" srcId="{363F3207-2FD4-415E-B875-929C8FA553BA}" destId="{DC514F11-19C8-43F8-BDDE-EA2F32E687F3}" srcOrd="1" destOrd="0" presId="urn:microsoft.com/office/officeart/2005/8/layout/cycle1"/>
    <dgm:cxn modelId="{A6199941-6A6B-491D-9B22-ADA774129666}" type="presParOf" srcId="{363F3207-2FD4-415E-B875-929C8FA553BA}" destId="{91AB91DB-F3BD-4A60-91C1-E00D5C4F19B2}" srcOrd="2" destOrd="0" presId="urn:microsoft.com/office/officeart/2005/8/layout/cycle1"/>
    <dgm:cxn modelId="{0187FC2F-B8C4-460A-966D-241662D68382}" type="presParOf" srcId="{363F3207-2FD4-415E-B875-929C8FA553BA}" destId="{8DFDFC70-5124-47F7-B552-9BDB273697A8}" srcOrd="3" destOrd="0" presId="urn:microsoft.com/office/officeart/2005/8/layout/cycle1"/>
    <dgm:cxn modelId="{3A66C845-5EF1-4088-AF89-B381679D7B02}" type="presParOf" srcId="{363F3207-2FD4-415E-B875-929C8FA553BA}" destId="{D6C56457-5141-4C4E-9194-D941D28FFAA3}" srcOrd="4" destOrd="0" presId="urn:microsoft.com/office/officeart/2005/8/layout/cycle1"/>
    <dgm:cxn modelId="{6C27BB06-9199-46DD-95B2-4C0E80950249}" type="presParOf" srcId="{363F3207-2FD4-415E-B875-929C8FA553BA}" destId="{C441BCDF-E19D-4DB6-AD1E-E6A9B1372C21}" srcOrd="5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2FA2BE3-B3E2-449A-8AFF-CE6F2295479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36C92ACB-BA4E-4867-820C-80E092CAC8F2}">
      <dgm:prSet/>
      <dgm:spPr/>
      <dgm:t>
        <a:bodyPr/>
        <a:lstStyle/>
        <a:p>
          <a:r>
            <a:rPr lang="en-GB"/>
            <a:t>Testing:</a:t>
          </a:r>
        </a:p>
      </dgm:t>
    </dgm:pt>
    <dgm:pt modelId="{FB6A3637-5F9E-41C5-8A49-2A6CA422E5AA}" type="parTrans" cxnId="{12D69D41-A99E-40A8-AD42-DA26F95CBAE8}">
      <dgm:prSet/>
      <dgm:spPr/>
      <dgm:t>
        <a:bodyPr/>
        <a:lstStyle/>
        <a:p>
          <a:endParaRPr lang="en-GB"/>
        </a:p>
      </dgm:t>
    </dgm:pt>
    <dgm:pt modelId="{48496DEB-A64A-412B-AAF6-7B1DB5E97BB5}" type="sibTrans" cxnId="{12D69D41-A99E-40A8-AD42-DA26F95CBAE8}">
      <dgm:prSet/>
      <dgm:spPr/>
      <dgm:t>
        <a:bodyPr/>
        <a:lstStyle/>
        <a:p>
          <a:endParaRPr lang="en-GB"/>
        </a:p>
      </dgm:t>
    </dgm:pt>
    <dgm:pt modelId="{BA1231DF-16BB-4578-96A1-F22731D73EF7}">
      <dgm:prSet/>
      <dgm:spPr/>
      <dgm:t>
        <a:bodyPr/>
        <a:lstStyle/>
        <a:p>
          <a:r>
            <a:rPr lang="en-GB"/>
            <a:t>Unit, functional, integration</a:t>
          </a:r>
        </a:p>
      </dgm:t>
    </dgm:pt>
    <dgm:pt modelId="{133D662D-026E-4BBB-BA93-42E2343A39BB}" type="parTrans" cxnId="{0A357764-57FC-482A-B8C2-FEDFECAFB443}">
      <dgm:prSet/>
      <dgm:spPr/>
      <dgm:t>
        <a:bodyPr/>
        <a:lstStyle/>
        <a:p>
          <a:endParaRPr lang="en-GB"/>
        </a:p>
      </dgm:t>
    </dgm:pt>
    <dgm:pt modelId="{4C7119B5-F933-41D2-87D7-CBF6C1DEB81E}" type="sibTrans" cxnId="{0A357764-57FC-482A-B8C2-FEDFECAFB443}">
      <dgm:prSet/>
      <dgm:spPr/>
      <dgm:t>
        <a:bodyPr/>
        <a:lstStyle/>
        <a:p>
          <a:endParaRPr lang="en-GB"/>
        </a:p>
      </dgm:t>
    </dgm:pt>
    <dgm:pt modelId="{8FB5850B-A1E9-47E2-87E4-2214F0DFF320}">
      <dgm:prSet/>
      <dgm:spPr/>
      <dgm:t>
        <a:bodyPr/>
        <a:lstStyle/>
        <a:p>
          <a:r>
            <a:rPr lang="en-GB"/>
            <a:t>2+ students, multiple scenarios</a:t>
          </a:r>
        </a:p>
      </dgm:t>
    </dgm:pt>
    <dgm:pt modelId="{26703E47-8C6E-47FF-9981-41D05D922E8B}" type="parTrans" cxnId="{8A56D2F9-6538-4B1E-A459-66E0BDEB30F1}">
      <dgm:prSet/>
      <dgm:spPr/>
      <dgm:t>
        <a:bodyPr/>
        <a:lstStyle/>
        <a:p>
          <a:endParaRPr lang="en-GB"/>
        </a:p>
      </dgm:t>
    </dgm:pt>
    <dgm:pt modelId="{6840AB32-E222-4ABC-9593-C6DBB2388AF9}" type="sibTrans" cxnId="{8A56D2F9-6538-4B1E-A459-66E0BDEB30F1}">
      <dgm:prSet/>
      <dgm:spPr/>
      <dgm:t>
        <a:bodyPr/>
        <a:lstStyle/>
        <a:p>
          <a:endParaRPr lang="en-GB"/>
        </a:p>
      </dgm:t>
    </dgm:pt>
    <dgm:pt modelId="{B59C9E4C-0529-4919-82F3-B0755A846660}">
      <dgm:prSet/>
      <dgm:spPr/>
      <dgm:t>
        <a:bodyPr/>
        <a:lstStyle/>
        <a:p>
          <a:r>
            <a:rPr lang="en-GB"/>
            <a:t>Feedback:</a:t>
          </a:r>
        </a:p>
      </dgm:t>
    </dgm:pt>
    <dgm:pt modelId="{D9E3EB49-836C-4401-A0B4-798239966D10}" type="parTrans" cxnId="{1CF44352-196E-4F0D-B6F0-AD6A37C37CC7}">
      <dgm:prSet/>
      <dgm:spPr/>
      <dgm:t>
        <a:bodyPr/>
        <a:lstStyle/>
        <a:p>
          <a:endParaRPr lang="en-GB"/>
        </a:p>
      </dgm:t>
    </dgm:pt>
    <dgm:pt modelId="{74B8DAF9-0294-44EE-942A-F14043CC9248}" type="sibTrans" cxnId="{1CF44352-196E-4F0D-B6F0-AD6A37C37CC7}">
      <dgm:prSet/>
      <dgm:spPr/>
      <dgm:t>
        <a:bodyPr/>
        <a:lstStyle/>
        <a:p>
          <a:endParaRPr lang="en-GB"/>
        </a:p>
      </dgm:t>
    </dgm:pt>
    <dgm:pt modelId="{0FAA6B54-6ADB-4C5D-980A-94C57ED0C1FE}">
      <dgm:prSet/>
      <dgm:spPr/>
      <dgm:t>
        <a:bodyPr/>
        <a:lstStyle/>
        <a:p>
          <a:r>
            <a:rPr lang="en-GB"/>
            <a:t>Positive: Easy to use, engaging, comprehensive</a:t>
          </a:r>
        </a:p>
      </dgm:t>
    </dgm:pt>
    <dgm:pt modelId="{EE73BFB5-BB0F-4D4A-A699-6D5EF7581582}" type="parTrans" cxnId="{62DCD778-91A5-491D-936A-40A975D3BBBF}">
      <dgm:prSet/>
      <dgm:spPr/>
      <dgm:t>
        <a:bodyPr/>
        <a:lstStyle/>
        <a:p>
          <a:endParaRPr lang="en-GB"/>
        </a:p>
      </dgm:t>
    </dgm:pt>
    <dgm:pt modelId="{EE13EC71-B1BF-400E-B154-8DF179AB41FA}" type="sibTrans" cxnId="{62DCD778-91A5-491D-936A-40A975D3BBBF}">
      <dgm:prSet/>
      <dgm:spPr/>
      <dgm:t>
        <a:bodyPr/>
        <a:lstStyle/>
        <a:p>
          <a:endParaRPr lang="en-GB"/>
        </a:p>
      </dgm:t>
    </dgm:pt>
    <dgm:pt modelId="{9EE0DD18-5A46-4A25-AB7E-F6BE0B7D842E}">
      <dgm:prSet/>
      <dgm:spPr/>
      <dgm:t>
        <a:bodyPr/>
        <a:lstStyle/>
        <a:p>
          <a:r>
            <a:rPr lang="en-GB"/>
            <a:t>Constructive: Customization, gamification needed</a:t>
          </a:r>
        </a:p>
      </dgm:t>
    </dgm:pt>
    <dgm:pt modelId="{2E7CFD35-BF10-420F-9908-B076ECB2E9E9}" type="parTrans" cxnId="{3D07FEDF-5923-45C0-85D2-23D49DABB180}">
      <dgm:prSet/>
      <dgm:spPr/>
      <dgm:t>
        <a:bodyPr/>
        <a:lstStyle/>
        <a:p>
          <a:endParaRPr lang="en-GB"/>
        </a:p>
      </dgm:t>
    </dgm:pt>
    <dgm:pt modelId="{D80E99E7-5254-4AC8-A070-FA8EFAFA44A6}" type="sibTrans" cxnId="{3D07FEDF-5923-45C0-85D2-23D49DABB180}">
      <dgm:prSet/>
      <dgm:spPr/>
      <dgm:t>
        <a:bodyPr/>
        <a:lstStyle/>
        <a:p>
          <a:endParaRPr lang="en-GB"/>
        </a:p>
      </dgm:t>
    </dgm:pt>
    <dgm:pt modelId="{C9666083-F212-4B07-8A29-B4EF48440751}">
      <dgm:prSet/>
      <dgm:spPr/>
      <dgm:t>
        <a:bodyPr/>
        <a:lstStyle/>
        <a:p>
          <a:r>
            <a:rPr lang="en-GB"/>
            <a:t>Negative: Could not see the leaderboard (now fixed)</a:t>
          </a:r>
        </a:p>
      </dgm:t>
    </dgm:pt>
    <dgm:pt modelId="{5C52E030-D7BD-421E-9DBF-97D4A1DDC784}" type="parTrans" cxnId="{11096C1C-DD6F-45DF-A1F5-59AE82692FB9}">
      <dgm:prSet/>
      <dgm:spPr/>
      <dgm:t>
        <a:bodyPr/>
        <a:lstStyle/>
        <a:p>
          <a:endParaRPr lang="en-GB"/>
        </a:p>
      </dgm:t>
    </dgm:pt>
    <dgm:pt modelId="{811B27F1-67FB-4EC2-A1EB-16F14316B953}" type="sibTrans" cxnId="{11096C1C-DD6F-45DF-A1F5-59AE82692FB9}">
      <dgm:prSet/>
      <dgm:spPr/>
      <dgm:t>
        <a:bodyPr/>
        <a:lstStyle/>
        <a:p>
          <a:endParaRPr lang="en-GB"/>
        </a:p>
      </dgm:t>
    </dgm:pt>
    <dgm:pt modelId="{BE3BEAE3-C070-4739-B922-50D00212A0ED}" type="pres">
      <dgm:prSet presAssocID="{C2FA2BE3-B3E2-449A-8AFF-CE6F22954790}" presName="Name0" presStyleCnt="0">
        <dgm:presLayoutVars>
          <dgm:dir/>
          <dgm:resizeHandles val="exact"/>
        </dgm:presLayoutVars>
      </dgm:prSet>
      <dgm:spPr/>
    </dgm:pt>
    <dgm:pt modelId="{5C6B0B4A-0707-4887-8F24-6A30938759CC}" type="pres">
      <dgm:prSet presAssocID="{36C92ACB-BA4E-4867-820C-80E092CAC8F2}" presName="node" presStyleLbl="node1" presStyleIdx="0" presStyleCnt="2">
        <dgm:presLayoutVars>
          <dgm:bulletEnabled val="1"/>
        </dgm:presLayoutVars>
      </dgm:prSet>
      <dgm:spPr/>
    </dgm:pt>
    <dgm:pt modelId="{808E7232-AA62-4D0D-A2AD-BEC164C703D7}" type="pres">
      <dgm:prSet presAssocID="{48496DEB-A64A-412B-AAF6-7B1DB5E97BB5}" presName="sibTrans" presStyleLbl="sibTrans2D1" presStyleIdx="0" presStyleCnt="1"/>
      <dgm:spPr/>
    </dgm:pt>
    <dgm:pt modelId="{9C9757D2-26C6-4815-BA76-23A2F6879EA8}" type="pres">
      <dgm:prSet presAssocID="{48496DEB-A64A-412B-AAF6-7B1DB5E97BB5}" presName="connectorText" presStyleLbl="sibTrans2D1" presStyleIdx="0" presStyleCnt="1"/>
      <dgm:spPr/>
    </dgm:pt>
    <dgm:pt modelId="{AED89234-686C-45BA-900F-FE51BE332D0E}" type="pres">
      <dgm:prSet presAssocID="{B59C9E4C-0529-4919-82F3-B0755A846660}" presName="node" presStyleLbl="node1" presStyleIdx="1" presStyleCnt="2">
        <dgm:presLayoutVars>
          <dgm:bulletEnabled val="1"/>
        </dgm:presLayoutVars>
      </dgm:prSet>
      <dgm:spPr/>
    </dgm:pt>
  </dgm:ptLst>
  <dgm:cxnLst>
    <dgm:cxn modelId="{88A04B16-7BDC-48CE-8076-E8CEDD661044}" type="presOf" srcId="{48496DEB-A64A-412B-AAF6-7B1DB5E97BB5}" destId="{808E7232-AA62-4D0D-A2AD-BEC164C703D7}" srcOrd="0" destOrd="0" presId="urn:microsoft.com/office/officeart/2005/8/layout/process1"/>
    <dgm:cxn modelId="{11096C1C-DD6F-45DF-A1F5-59AE82692FB9}" srcId="{B59C9E4C-0529-4919-82F3-B0755A846660}" destId="{C9666083-F212-4B07-8A29-B4EF48440751}" srcOrd="2" destOrd="0" parTransId="{5C52E030-D7BD-421E-9DBF-97D4A1DDC784}" sibTransId="{811B27F1-67FB-4EC2-A1EB-16F14316B953}"/>
    <dgm:cxn modelId="{12D69D41-A99E-40A8-AD42-DA26F95CBAE8}" srcId="{C2FA2BE3-B3E2-449A-8AFF-CE6F22954790}" destId="{36C92ACB-BA4E-4867-820C-80E092CAC8F2}" srcOrd="0" destOrd="0" parTransId="{FB6A3637-5F9E-41C5-8A49-2A6CA422E5AA}" sibTransId="{48496DEB-A64A-412B-AAF6-7B1DB5E97BB5}"/>
    <dgm:cxn modelId="{07629063-0CE5-4834-AFEA-5B2BF1AD417E}" type="presOf" srcId="{B59C9E4C-0529-4919-82F3-B0755A846660}" destId="{AED89234-686C-45BA-900F-FE51BE332D0E}" srcOrd="0" destOrd="0" presId="urn:microsoft.com/office/officeart/2005/8/layout/process1"/>
    <dgm:cxn modelId="{0A357764-57FC-482A-B8C2-FEDFECAFB443}" srcId="{36C92ACB-BA4E-4867-820C-80E092CAC8F2}" destId="{BA1231DF-16BB-4578-96A1-F22731D73EF7}" srcOrd="0" destOrd="0" parTransId="{133D662D-026E-4BBB-BA93-42E2343A39BB}" sibTransId="{4C7119B5-F933-41D2-87D7-CBF6C1DEB81E}"/>
    <dgm:cxn modelId="{1CF44352-196E-4F0D-B6F0-AD6A37C37CC7}" srcId="{C2FA2BE3-B3E2-449A-8AFF-CE6F22954790}" destId="{B59C9E4C-0529-4919-82F3-B0755A846660}" srcOrd="1" destOrd="0" parTransId="{D9E3EB49-836C-4401-A0B4-798239966D10}" sibTransId="{74B8DAF9-0294-44EE-942A-F14043CC9248}"/>
    <dgm:cxn modelId="{71706073-67CC-4302-A67B-6009C67E6908}" type="presOf" srcId="{0FAA6B54-6ADB-4C5D-980A-94C57ED0C1FE}" destId="{AED89234-686C-45BA-900F-FE51BE332D0E}" srcOrd="0" destOrd="1" presId="urn:microsoft.com/office/officeart/2005/8/layout/process1"/>
    <dgm:cxn modelId="{62DCD778-91A5-491D-936A-40A975D3BBBF}" srcId="{B59C9E4C-0529-4919-82F3-B0755A846660}" destId="{0FAA6B54-6ADB-4C5D-980A-94C57ED0C1FE}" srcOrd="0" destOrd="0" parTransId="{EE73BFB5-BB0F-4D4A-A699-6D5EF7581582}" sibTransId="{EE13EC71-B1BF-400E-B154-8DF179AB41FA}"/>
    <dgm:cxn modelId="{5E9BE1AC-70F0-43E4-803D-FE874CF23258}" type="presOf" srcId="{C2FA2BE3-B3E2-449A-8AFF-CE6F22954790}" destId="{BE3BEAE3-C070-4739-B922-50D00212A0ED}" srcOrd="0" destOrd="0" presId="urn:microsoft.com/office/officeart/2005/8/layout/process1"/>
    <dgm:cxn modelId="{D065A1C0-C45C-43DF-BD5A-407878161CA8}" type="presOf" srcId="{8FB5850B-A1E9-47E2-87E4-2214F0DFF320}" destId="{5C6B0B4A-0707-4887-8F24-6A30938759CC}" srcOrd="0" destOrd="2" presId="urn:microsoft.com/office/officeart/2005/8/layout/process1"/>
    <dgm:cxn modelId="{7A6D54D5-C1D9-4859-907F-A0B6A7C91936}" type="presOf" srcId="{C9666083-F212-4B07-8A29-B4EF48440751}" destId="{AED89234-686C-45BA-900F-FE51BE332D0E}" srcOrd="0" destOrd="3" presId="urn:microsoft.com/office/officeart/2005/8/layout/process1"/>
    <dgm:cxn modelId="{A3CEE6D8-1665-4551-B7B8-13A0CB16EC06}" type="presOf" srcId="{BA1231DF-16BB-4578-96A1-F22731D73EF7}" destId="{5C6B0B4A-0707-4887-8F24-6A30938759CC}" srcOrd="0" destOrd="1" presId="urn:microsoft.com/office/officeart/2005/8/layout/process1"/>
    <dgm:cxn modelId="{3D07FEDF-5923-45C0-85D2-23D49DABB180}" srcId="{B59C9E4C-0529-4919-82F3-B0755A846660}" destId="{9EE0DD18-5A46-4A25-AB7E-F6BE0B7D842E}" srcOrd="1" destOrd="0" parTransId="{2E7CFD35-BF10-420F-9908-B076ECB2E9E9}" sibTransId="{D80E99E7-5254-4AC8-A070-FA8EFAFA44A6}"/>
    <dgm:cxn modelId="{6C9EC7E3-F264-4DD5-810B-0316414E50C5}" type="presOf" srcId="{36C92ACB-BA4E-4867-820C-80E092CAC8F2}" destId="{5C6B0B4A-0707-4887-8F24-6A30938759CC}" srcOrd="0" destOrd="0" presId="urn:microsoft.com/office/officeart/2005/8/layout/process1"/>
    <dgm:cxn modelId="{7CB4E3E4-E14F-4218-B36C-1E0C2D519BFA}" type="presOf" srcId="{48496DEB-A64A-412B-AAF6-7B1DB5E97BB5}" destId="{9C9757D2-26C6-4815-BA76-23A2F6879EA8}" srcOrd="1" destOrd="0" presId="urn:microsoft.com/office/officeart/2005/8/layout/process1"/>
    <dgm:cxn modelId="{DDF2D4E5-1C97-4E7F-8EDE-F3417CDC43AA}" type="presOf" srcId="{9EE0DD18-5A46-4A25-AB7E-F6BE0B7D842E}" destId="{AED89234-686C-45BA-900F-FE51BE332D0E}" srcOrd="0" destOrd="2" presId="urn:microsoft.com/office/officeart/2005/8/layout/process1"/>
    <dgm:cxn modelId="{8A56D2F9-6538-4B1E-A459-66E0BDEB30F1}" srcId="{36C92ACB-BA4E-4867-820C-80E092CAC8F2}" destId="{8FB5850B-A1E9-47E2-87E4-2214F0DFF320}" srcOrd="1" destOrd="0" parTransId="{26703E47-8C6E-47FF-9981-41D05D922E8B}" sibTransId="{6840AB32-E222-4ABC-9593-C6DBB2388AF9}"/>
    <dgm:cxn modelId="{13B98B51-57F3-4C15-8FB5-F56CE9C42CFD}" type="presParOf" srcId="{BE3BEAE3-C070-4739-B922-50D00212A0ED}" destId="{5C6B0B4A-0707-4887-8F24-6A30938759CC}" srcOrd="0" destOrd="0" presId="urn:microsoft.com/office/officeart/2005/8/layout/process1"/>
    <dgm:cxn modelId="{DD82CB1F-3396-49B7-8FFC-F9D6CBA1369B}" type="presParOf" srcId="{BE3BEAE3-C070-4739-B922-50D00212A0ED}" destId="{808E7232-AA62-4D0D-A2AD-BEC164C703D7}" srcOrd="1" destOrd="0" presId="urn:microsoft.com/office/officeart/2005/8/layout/process1"/>
    <dgm:cxn modelId="{60A8D5F5-9940-48E2-8B21-A12E202C35F2}" type="presParOf" srcId="{808E7232-AA62-4D0D-A2AD-BEC164C703D7}" destId="{9C9757D2-26C6-4815-BA76-23A2F6879EA8}" srcOrd="0" destOrd="0" presId="urn:microsoft.com/office/officeart/2005/8/layout/process1"/>
    <dgm:cxn modelId="{F71AE1CF-4441-482C-9241-276B5BED01E8}" type="presParOf" srcId="{BE3BEAE3-C070-4739-B922-50D00212A0ED}" destId="{AED89234-686C-45BA-900F-FE51BE332D0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0DED814-191F-4B12-ADB2-BAAC6006B25A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639B0395-7E89-4C0F-9056-6BFDE41816B2}">
      <dgm:prSet/>
      <dgm:spPr/>
      <dgm:t>
        <a:bodyPr/>
        <a:lstStyle/>
        <a:p>
          <a:r>
            <a:rPr lang="en-GB"/>
            <a:t>API Integration: Handled timeouts</a:t>
          </a:r>
        </a:p>
      </dgm:t>
    </dgm:pt>
    <dgm:pt modelId="{CE280AD3-F9B0-4293-A6E1-5271E3B297CF}" type="parTrans" cxnId="{FCB20043-0A45-4BE3-9DBA-94E00EBF1A21}">
      <dgm:prSet/>
      <dgm:spPr/>
      <dgm:t>
        <a:bodyPr/>
        <a:lstStyle/>
        <a:p>
          <a:endParaRPr lang="en-GB"/>
        </a:p>
      </dgm:t>
    </dgm:pt>
    <dgm:pt modelId="{FBFB5D8D-6AB1-40AA-974F-17D8FF0DAB0C}" type="sibTrans" cxnId="{FCB20043-0A45-4BE3-9DBA-94E00EBF1A21}">
      <dgm:prSet/>
      <dgm:spPr/>
      <dgm:t>
        <a:bodyPr/>
        <a:lstStyle/>
        <a:p>
          <a:endParaRPr lang="en-GB"/>
        </a:p>
      </dgm:t>
    </dgm:pt>
    <dgm:pt modelId="{502278D9-AAF7-4C8B-BA6B-A1396F99598A}">
      <dgm:prSet/>
      <dgm:spPr/>
      <dgm:t>
        <a:bodyPr/>
        <a:lstStyle/>
        <a:p>
          <a:r>
            <a:rPr lang="en-GB"/>
            <a:t>Concurrent Users: Async tasks</a:t>
          </a:r>
        </a:p>
      </dgm:t>
    </dgm:pt>
    <dgm:pt modelId="{83CEA74A-FE36-47B1-B2A8-5710F6FF8C9D}" type="parTrans" cxnId="{78430C6C-C782-4A2A-9517-842FACA92D01}">
      <dgm:prSet/>
      <dgm:spPr/>
      <dgm:t>
        <a:bodyPr/>
        <a:lstStyle/>
        <a:p>
          <a:endParaRPr lang="en-GB"/>
        </a:p>
      </dgm:t>
    </dgm:pt>
    <dgm:pt modelId="{8CED4B2A-D2E6-4417-96E6-014FDA227E36}" type="sibTrans" cxnId="{78430C6C-C782-4A2A-9517-842FACA92D01}">
      <dgm:prSet/>
      <dgm:spPr/>
      <dgm:t>
        <a:bodyPr/>
        <a:lstStyle/>
        <a:p>
          <a:endParaRPr lang="en-GB"/>
        </a:p>
      </dgm:t>
    </dgm:pt>
    <dgm:pt modelId="{C33A3A35-ABEA-4940-8CDA-F82FD562318C}">
      <dgm:prSet/>
      <dgm:spPr/>
      <dgm:t>
        <a:bodyPr/>
        <a:lstStyle/>
        <a:p>
          <a:r>
            <a:rPr lang="en-GB"/>
            <a:t>Permissions: Adjusted restrictions</a:t>
          </a:r>
        </a:p>
      </dgm:t>
    </dgm:pt>
    <dgm:pt modelId="{83901353-33F3-4DB4-84AB-9B5D7E8DD262}" type="parTrans" cxnId="{BAE96CFE-3C41-4EE6-8FA6-A085C744E335}">
      <dgm:prSet/>
      <dgm:spPr/>
      <dgm:t>
        <a:bodyPr/>
        <a:lstStyle/>
        <a:p>
          <a:endParaRPr lang="en-GB"/>
        </a:p>
      </dgm:t>
    </dgm:pt>
    <dgm:pt modelId="{F5751028-1C0F-4E6B-AB6E-0F8483ECE881}" type="sibTrans" cxnId="{BAE96CFE-3C41-4EE6-8FA6-A085C744E335}">
      <dgm:prSet/>
      <dgm:spPr/>
      <dgm:t>
        <a:bodyPr/>
        <a:lstStyle/>
        <a:p>
          <a:endParaRPr lang="en-GB"/>
        </a:p>
      </dgm:t>
    </dgm:pt>
    <dgm:pt modelId="{1AA080B2-2E1F-486C-AD29-16B015F03305}">
      <dgm:prSet/>
      <dgm:spPr/>
      <dgm:t>
        <a:bodyPr/>
        <a:lstStyle/>
        <a:p>
          <a:r>
            <a:rPr lang="en-GB"/>
            <a:t>Error Handling: Clear messages</a:t>
          </a:r>
        </a:p>
      </dgm:t>
    </dgm:pt>
    <dgm:pt modelId="{67EC37F6-E931-4D21-A5DD-B5A9E3987377}" type="parTrans" cxnId="{B118ECAC-C828-448D-85D2-82F5E60A0157}">
      <dgm:prSet/>
      <dgm:spPr/>
      <dgm:t>
        <a:bodyPr/>
        <a:lstStyle/>
        <a:p>
          <a:endParaRPr lang="en-GB"/>
        </a:p>
      </dgm:t>
    </dgm:pt>
    <dgm:pt modelId="{E6468CDA-AB7B-4DB2-88CC-EAF6791ACAA4}" type="sibTrans" cxnId="{B118ECAC-C828-448D-85D2-82F5E60A0157}">
      <dgm:prSet/>
      <dgm:spPr/>
      <dgm:t>
        <a:bodyPr/>
        <a:lstStyle/>
        <a:p>
          <a:endParaRPr lang="en-GB"/>
        </a:p>
      </dgm:t>
    </dgm:pt>
    <dgm:pt modelId="{8D89E8BF-DB21-4514-A4F6-52A67945DA03}">
      <dgm:prSet/>
      <dgm:spPr/>
      <dgm:t>
        <a:bodyPr/>
        <a:lstStyle/>
        <a:p>
          <a:r>
            <a:rPr lang="en-GB"/>
            <a:t>Time Management: Prioritized features</a:t>
          </a:r>
        </a:p>
      </dgm:t>
    </dgm:pt>
    <dgm:pt modelId="{22FAEEE2-1188-478F-BA26-D4ADB61C7137}" type="parTrans" cxnId="{CE76F6FF-0B24-4512-B3BF-B2B0A88E78F8}">
      <dgm:prSet/>
      <dgm:spPr/>
      <dgm:t>
        <a:bodyPr/>
        <a:lstStyle/>
        <a:p>
          <a:endParaRPr lang="en-GB"/>
        </a:p>
      </dgm:t>
    </dgm:pt>
    <dgm:pt modelId="{55A7DBEC-E5F7-4CA4-B37D-00F8C6D839A8}" type="sibTrans" cxnId="{CE76F6FF-0B24-4512-B3BF-B2B0A88E78F8}">
      <dgm:prSet/>
      <dgm:spPr/>
      <dgm:t>
        <a:bodyPr/>
        <a:lstStyle/>
        <a:p>
          <a:endParaRPr lang="en-GB"/>
        </a:p>
      </dgm:t>
    </dgm:pt>
    <dgm:pt modelId="{3C5E1748-EFE3-4D2C-9E31-9633089096DF}">
      <dgm:prSet/>
      <dgm:spPr/>
    </dgm:pt>
    <dgm:pt modelId="{F1055BD7-0127-4799-A53F-E7DACD040102}" type="parTrans" cxnId="{59B196FB-AF0A-43C2-9724-D8534CA26E4A}">
      <dgm:prSet/>
      <dgm:spPr/>
      <dgm:t>
        <a:bodyPr/>
        <a:lstStyle/>
        <a:p>
          <a:endParaRPr lang="en-GB"/>
        </a:p>
      </dgm:t>
    </dgm:pt>
    <dgm:pt modelId="{E9733536-BA35-4DEC-A5E1-15A8F7B47233}" type="sibTrans" cxnId="{59B196FB-AF0A-43C2-9724-D8534CA26E4A}">
      <dgm:prSet/>
      <dgm:spPr/>
      <dgm:t>
        <a:bodyPr/>
        <a:lstStyle/>
        <a:p>
          <a:endParaRPr lang="en-GB"/>
        </a:p>
      </dgm:t>
    </dgm:pt>
    <dgm:pt modelId="{80BAC526-8D4A-47AC-957B-3C2EAD31CAA5}">
      <dgm:prSet/>
      <dgm:spPr/>
    </dgm:pt>
    <dgm:pt modelId="{E3B13477-8152-4B03-B14E-89B79542A622}" type="parTrans" cxnId="{F31C5F5C-1377-434D-A0E3-6913DCC95B72}">
      <dgm:prSet/>
      <dgm:spPr/>
      <dgm:t>
        <a:bodyPr/>
        <a:lstStyle/>
        <a:p>
          <a:endParaRPr lang="en-GB"/>
        </a:p>
      </dgm:t>
    </dgm:pt>
    <dgm:pt modelId="{6EF9DD74-F125-4442-BDE7-A86547F2B66D}" type="sibTrans" cxnId="{F31C5F5C-1377-434D-A0E3-6913DCC95B72}">
      <dgm:prSet/>
      <dgm:spPr/>
      <dgm:t>
        <a:bodyPr/>
        <a:lstStyle/>
        <a:p>
          <a:endParaRPr lang="en-GB"/>
        </a:p>
      </dgm:t>
    </dgm:pt>
    <dgm:pt modelId="{3B34DC99-A3AE-4771-9B75-815EC39A5A0A}" type="pres">
      <dgm:prSet presAssocID="{50DED814-191F-4B12-ADB2-BAAC6006B25A}" presName="composite" presStyleCnt="0">
        <dgm:presLayoutVars>
          <dgm:chMax val="5"/>
          <dgm:dir/>
          <dgm:resizeHandles val="exact"/>
        </dgm:presLayoutVars>
      </dgm:prSet>
      <dgm:spPr/>
    </dgm:pt>
    <dgm:pt modelId="{4BCB75D8-4319-47A4-A81D-E94ED8167D83}" type="pres">
      <dgm:prSet presAssocID="{639B0395-7E89-4C0F-9056-6BFDE41816B2}" presName="circle1" presStyleLbl="lnNode1" presStyleIdx="0" presStyleCnt="5"/>
      <dgm:spPr/>
    </dgm:pt>
    <dgm:pt modelId="{C95FBAE4-AA1D-4A59-8015-623D3505BEA2}" type="pres">
      <dgm:prSet presAssocID="{639B0395-7E89-4C0F-9056-6BFDE41816B2}" presName="text1" presStyleLbl="revTx" presStyleIdx="0" presStyleCnt="5">
        <dgm:presLayoutVars>
          <dgm:bulletEnabled val="1"/>
        </dgm:presLayoutVars>
      </dgm:prSet>
      <dgm:spPr/>
    </dgm:pt>
    <dgm:pt modelId="{6A45C906-56A2-4FDF-95E9-BE8A94FD10B8}" type="pres">
      <dgm:prSet presAssocID="{639B0395-7E89-4C0F-9056-6BFDE41816B2}" presName="line1" presStyleLbl="callout" presStyleIdx="0" presStyleCnt="10"/>
      <dgm:spPr/>
    </dgm:pt>
    <dgm:pt modelId="{535C2B75-6F1E-432C-A6BD-CD4C72F63B30}" type="pres">
      <dgm:prSet presAssocID="{639B0395-7E89-4C0F-9056-6BFDE41816B2}" presName="d1" presStyleLbl="callout" presStyleIdx="1" presStyleCnt="10"/>
      <dgm:spPr/>
    </dgm:pt>
    <dgm:pt modelId="{F5CCEDCA-8C33-4B50-B5A3-CEA1196C2592}" type="pres">
      <dgm:prSet presAssocID="{502278D9-AAF7-4C8B-BA6B-A1396F99598A}" presName="circle2" presStyleLbl="lnNode1" presStyleIdx="1" presStyleCnt="5"/>
      <dgm:spPr/>
    </dgm:pt>
    <dgm:pt modelId="{C2B88A3F-5044-4E7F-9F27-2A633E5DC71D}" type="pres">
      <dgm:prSet presAssocID="{502278D9-AAF7-4C8B-BA6B-A1396F99598A}" presName="text2" presStyleLbl="revTx" presStyleIdx="1" presStyleCnt="5">
        <dgm:presLayoutVars>
          <dgm:bulletEnabled val="1"/>
        </dgm:presLayoutVars>
      </dgm:prSet>
      <dgm:spPr/>
    </dgm:pt>
    <dgm:pt modelId="{BF7BA03A-DD59-4953-BEF2-92B5F807CF47}" type="pres">
      <dgm:prSet presAssocID="{502278D9-AAF7-4C8B-BA6B-A1396F99598A}" presName="line2" presStyleLbl="callout" presStyleIdx="2" presStyleCnt="10"/>
      <dgm:spPr/>
    </dgm:pt>
    <dgm:pt modelId="{B2AD548D-D512-4A52-91EF-03E418E24CB3}" type="pres">
      <dgm:prSet presAssocID="{502278D9-AAF7-4C8B-BA6B-A1396F99598A}" presName="d2" presStyleLbl="callout" presStyleIdx="3" presStyleCnt="10"/>
      <dgm:spPr/>
    </dgm:pt>
    <dgm:pt modelId="{D7BF8275-71E5-4637-8849-6F8929BBB497}" type="pres">
      <dgm:prSet presAssocID="{C33A3A35-ABEA-4940-8CDA-F82FD562318C}" presName="circle3" presStyleLbl="lnNode1" presStyleIdx="2" presStyleCnt="5"/>
      <dgm:spPr/>
    </dgm:pt>
    <dgm:pt modelId="{18620C0B-EFBD-4D16-AC41-688192319925}" type="pres">
      <dgm:prSet presAssocID="{C33A3A35-ABEA-4940-8CDA-F82FD562318C}" presName="text3" presStyleLbl="revTx" presStyleIdx="2" presStyleCnt="5">
        <dgm:presLayoutVars>
          <dgm:bulletEnabled val="1"/>
        </dgm:presLayoutVars>
      </dgm:prSet>
      <dgm:spPr/>
    </dgm:pt>
    <dgm:pt modelId="{D0371343-93A8-458E-926E-60378528FC6B}" type="pres">
      <dgm:prSet presAssocID="{C33A3A35-ABEA-4940-8CDA-F82FD562318C}" presName="line3" presStyleLbl="callout" presStyleIdx="4" presStyleCnt="10"/>
      <dgm:spPr/>
    </dgm:pt>
    <dgm:pt modelId="{27B0DA68-2091-48EC-A57D-985FEAD519FA}" type="pres">
      <dgm:prSet presAssocID="{C33A3A35-ABEA-4940-8CDA-F82FD562318C}" presName="d3" presStyleLbl="callout" presStyleIdx="5" presStyleCnt="10"/>
      <dgm:spPr/>
    </dgm:pt>
    <dgm:pt modelId="{33FB68E4-5B46-4FAC-BC24-180A6824ACE8}" type="pres">
      <dgm:prSet presAssocID="{1AA080B2-2E1F-486C-AD29-16B015F03305}" presName="circle4" presStyleLbl="lnNode1" presStyleIdx="3" presStyleCnt="5"/>
      <dgm:spPr/>
    </dgm:pt>
    <dgm:pt modelId="{6C8F13DB-7BD1-4A6E-BB8E-DD333612194F}" type="pres">
      <dgm:prSet presAssocID="{1AA080B2-2E1F-486C-AD29-16B015F03305}" presName="text4" presStyleLbl="revTx" presStyleIdx="3" presStyleCnt="5">
        <dgm:presLayoutVars>
          <dgm:bulletEnabled val="1"/>
        </dgm:presLayoutVars>
      </dgm:prSet>
      <dgm:spPr/>
    </dgm:pt>
    <dgm:pt modelId="{794BA2B3-EDD3-47BB-AE73-F5687BC3EE3F}" type="pres">
      <dgm:prSet presAssocID="{1AA080B2-2E1F-486C-AD29-16B015F03305}" presName="line4" presStyleLbl="callout" presStyleIdx="6" presStyleCnt="10"/>
      <dgm:spPr/>
    </dgm:pt>
    <dgm:pt modelId="{1D38C4C8-11C3-4DAA-8513-A3DB62C40F22}" type="pres">
      <dgm:prSet presAssocID="{1AA080B2-2E1F-486C-AD29-16B015F03305}" presName="d4" presStyleLbl="callout" presStyleIdx="7" presStyleCnt="10"/>
      <dgm:spPr/>
    </dgm:pt>
    <dgm:pt modelId="{DEC1E183-47C4-4512-8DAE-38806D66EB7D}" type="pres">
      <dgm:prSet presAssocID="{8D89E8BF-DB21-4514-A4F6-52A67945DA03}" presName="circle5" presStyleLbl="lnNode1" presStyleIdx="4" presStyleCnt="5"/>
      <dgm:spPr/>
    </dgm:pt>
    <dgm:pt modelId="{D752CAD4-AD7B-4BF3-BF70-8FA1FB0A2FFC}" type="pres">
      <dgm:prSet presAssocID="{8D89E8BF-DB21-4514-A4F6-52A67945DA03}" presName="text5" presStyleLbl="revTx" presStyleIdx="4" presStyleCnt="5">
        <dgm:presLayoutVars>
          <dgm:bulletEnabled val="1"/>
        </dgm:presLayoutVars>
      </dgm:prSet>
      <dgm:spPr/>
    </dgm:pt>
    <dgm:pt modelId="{4B680EDD-6C49-4291-A839-4238A6CAA35A}" type="pres">
      <dgm:prSet presAssocID="{8D89E8BF-DB21-4514-A4F6-52A67945DA03}" presName="line5" presStyleLbl="callout" presStyleIdx="8" presStyleCnt="10"/>
      <dgm:spPr/>
    </dgm:pt>
    <dgm:pt modelId="{0E079DAF-6D7A-4786-85C5-E2B9E5404CEE}" type="pres">
      <dgm:prSet presAssocID="{8D89E8BF-DB21-4514-A4F6-52A67945DA03}" presName="d5" presStyleLbl="callout" presStyleIdx="9" presStyleCnt="10"/>
      <dgm:spPr/>
    </dgm:pt>
  </dgm:ptLst>
  <dgm:cxnLst>
    <dgm:cxn modelId="{E8C6A537-2B76-4AA5-A019-EBF4F9248ABF}" type="presOf" srcId="{639B0395-7E89-4C0F-9056-6BFDE41816B2}" destId="{C95FBAE4-AA1D-4A59-8015-623D3505BEA2}" srcOrd="0" destOrd="0" presId="urn:microsoft.com/office/officeart/2005/8/layout/target1"/>
    <dgm:cxn modelId="{0E81CC37-4851-47D2-92D2-5BE95323EC93}" type="presOf" srcId="{1AA080B2-2E1F-486C-AD29-16B015F03305}" destId="{6C8F13DB-7BD1-4A6E-BB8E-DD333612194F}" srcOrd="0" destOrd="0" presId="urn:microsoft.com/office/officeart/2005/8/layout/target1"/>
    <dgm:cxn modelId="{F31C5F5C-1377-434D-A0E3-6913DCC95B72}" srcId="{50DED814-191F-4B12-ADB2-BAAC6006B25A}" destId="{80BAC526-8D4A-47AC-957B-3C2EAD31CAA5}" srcOrd="6" destOrd="0" parTransId="{E3B13477-8152-4B03-B14E-89B79542A622}" sibTransId="{6EF9DD74-F125-4442-BDE7-A86547F2B66D}"/>
    <dgm:cxn modelId="{FCB20043-0A45-4BE3-9DBA-94E00EBF1A21}" srcId="{50DED814-191F-4B12-ADB2-BAAC6006B25A}" destId="{639B0395-7E89-4C0F-9056-6BFDE41816B2}" srcOrd="0" destOrd="0" parTransId="{CE280AD3-F9B0-4293-A6E1-5271E3B297CF}" sibTransId="{FBFB5D8D-6AB1-40AA-974F-17D8FF0DAB0C}"/>
    <dgm:cxn modelId="{B1F4264A-3A8A-4538-B6D1-5CB3F6B1AC36}" type="presOf" srcId="{C33A3A35-ABEA-4940-8CDA-F82FD562318C}" destId="{18620C0B-EFBD-4D16-AC41-688192319925}" srcOrd="0" destOrd="0" presId="urn:microsoft.com/office/officeart/2005/8/layout/target1"/>
    <dgm:cxn modelId="{78430C6C-C782-4A2A-9517-842FACA92D01}" srcId="{50DED814-191F-4B12-ADB2-BAAC6006B25A}" destId="{502278D9-AAF7-4C8B-BA6B-A1396F99598A}" srcOrd="1" destOrd="0" parTransId="{83CEA74A-FE36-47B1-B2A8-5710F6FF8C9D}" sibTransId="{8CED4B2A-D2E6-4417-96E6-014FDA227E36}"/>
    <dgm:cxn modelId="{CD5CD555-3E22-4EC3-8581-B6DC48B4697B}" type="presOf" srcId="{50DED814-191F-4B12-ADB2-BAAC6006B25A}" destId="{3B34DC99-A3AE-4771-9B75-815EC39A5A0A}" srcOrd="0" destOrd="0" presId="urn:microsoft.com/office/officeart/2005/8/layout/target1"/>
    <dgm:cxn modelId="{9084CD76-A40E-4DA6-9D85-3173D7435A33}" type="presOf" srcId="{502278D9-AAF7-4C8B-BA6B-A1396F99598A}" destId="{C2B88A3F-5044-4E7F-9F27-2A633E5DC71D}" srcOrd="0" destOrd="0" presId="urn:microsoft.com/office/officeart/2005/8/layout/target1"/>
    <dgm:cxn modelId="{42F67291-5C77-47B3-A24B-CFD1105C80DB}" type="presOf" srcId="{8D89E8BF-DB21-4514-A4F6-52A67945DA03}" destId="{D752CAD4-AD7B-4BF3-BF70-8FA1FB0A2FFC}" srcOrd="0" destOrd="0" presId="urn:microsoft.com/office/officeart/2005/8/layout/target1"/>
    <dgm:cxn modelId="{B118ECAC-C828-448D-85D2-82F5E60A0157}" srcId="{50DED814-191F-4B12-ADB2-BAAC6006B25A}" destId="{1AA080B2-2E1F-486C-AD29-16B015F03305}" srcOrd="3" destOrd="0" parTransId="{67EC37F6-E931-4D21-A5DD-B5A9E3987377}" sibTransId="{E6468CDA-AB7B-4DB2-88CC-EAF6791ACAA4}"/>
    <dgm:cxn modelId="{59B196FB-AF0A-43C2-9724-D8534CA26E4A}" srcId="{50DED814-191F-4B12-ADB2-BAAC6006B25A}" destId="{3C5E1748-EFE3-4D2C-9E31-9633089096DF}" srcOrd="5" destOrd="0" parTransId="{F1055BD7-0127-4799-A53F-E7DACD040102}" sibTransId="{E9733536-BA35-4DEC-A5E1-15A8F7B47233}"/>
    <dgm:cxn modelId="{BAE96CFE-3C41-4EE6-8FA6-A085C744E335}" srcId="{50DED814-191F-4B12-ADB2-BAAC6006B25A}" destId="{C33A3A35-ABEA-4940-8CDA-F82FD562318C}" srcOrd="2" destOrd="0" parTransId="{83901353-33F3-4DB4-84AB-9B5D7E8DD262}" sibTransId="{F5751028-1C0F-4E6B-AB6E-0F8483ECE881}"/>
    <dgm:cxn modelId="{CE76F6FF-0B24-4512-B3BF-B2B0A88E78F8}" srcId="{50DED814-191F-4B12-ADB2-BAAC6006B25A}" destId="{8D89E8BF-DB21-4514-A4F6-52A67945DA03}" srcOrd="4" destOrd="0" parTransId="{22FAEEE2-1188-478F-BA26-D4ADB61C7137}" sibTransId="{55A7DBEC-E5F7-4CA4-B37D-00F8C6D839A8}"/>
    <dgm:cxn modelId="{F1980970-1439-4F2A-B679-87A9508BC6B9}" type="presParOf" srcId="{3B34DC99-A3AE-4771-9B75-815EC39A5A0A}" destId="{4BCB75D8-4319-47A4-A81D-E94ED8167D83}" srcOrd="0" destOrd="0" presId="urn:microsoft.com/office/officeart/2005/8/layout/target1"/>
    <dgm:cxn modelId="{8ACD1EC7-920F-41A3-9653-E3424D541135}" type="presParOf" srcId="{3B34DC99-A3AE-4771-9B75-815EC39A5A0A}" destId="{C95FBAE4-AA1D-4A59-8015-623D3505BEA2}" srcOrd="1" destOrd="0" presId="urn:microsoft.com/office/officeart/2005/8/layout/target1"/>
    <dgm:cxn modelId="{2E2761E1-57AA-4B4D-A6E4-D5A35002BE85}" type="presParOf" srcId="{3B34DC99-A3AE-4771-9B75-815EC39A5A0A}" destId="{6A45C906-56A2-4FDF-95E9-BE8A94FD10B8}" srcOrd="2" destOrd="0" presId="urn:microsoft.com/office/officeart/2005/8/layout/target1"/>
    <dgm:cxn modelId="{0BE45187-C354-41A6-8353-94290452A3D3}" type="presParOf" srcId="{3B34DC99-A3AE-4771-9B75-815EC39A5A0A}" destId="{535C2B75-6F1E-432C-A6BD-CD4C72F63B30}" srcOrd="3" destOrd="0" presId="urn:microsoft.com/office/officeart/2005/8/layout/target1"/>
    <dgm:cxn modelId="{CBAB70CE-C060-4018-A67C-617058250689}" type="presParOf" srcId="{3B34DC99-A3AE-4771-9B75-815EC39A5A0A}" destId="{F5CCEDCA-8C33-4B50-B5A3-CEA1196C2592}" srcOrd="4" destOrd="0" presId="urn:microsoft.com/office/officeart/2005/8/layout/target1"/>
    <dgm:cxn modelId="{553EF029-B006-4052-90D0-B4E1C3416728}" type="presParOf" srcId="{3B34DC99-A3AE-4771-9B75-815EC39A5A0A}" destId="{C2B88A3F-5044-4E7F-9F27-2A633E5DC71D}" srcOrd="5" destOrd="0" presId="urn:microsoft.com/office/officeart/2005/8/layout/target1"/>
    <dgm:cxn modelId="{03AC61CE-61CF-4BF6-89D2-7D96DDF251A2}" type="presParOf" srcId="{3B34DC99-A3AE-4771-9B75-815EC39A5A0A}" destId="{BF7BA03A-DD59-4953-BEF2-92B5F807CF47}" srcOrd="6" destOrd="0" presId="urn:microsoft.com/office/officeart/2005/8/layout/target1"/>
    <dgm:cxn modelId="{C4CB7AF1-CC3B-4B38-8BD3-7EA15D8EAE46}" type="presParOf" srcId="{3B34DC99-A3AE-4771-9B75-815EC39A5A0A}" destId="{B2AD548D-D512-4A52-91EF-03E418E24CB3}" srcOrd="7" destOrd="0" presId="urn:microsoft.com/office/officeart/2005/8/layout/target1"/>
    <dgm:cxn modelId="{83EF0B71-7888-45D3-8083-6526AE41FA2C}" type="presParOf" srcId="{3B34DC99-A3AE-4771-9B75-815EC39A5A0A}" destId="{D7BF8275-71E5-4637-8849-6F8929BBB497}" srcOrd="8" destOrd="0" presId="urn:microsoft.com/office/officeart/2005/8/layout/target1"/>
    <dgm:cxn modelId="{7197FB00-176B-4CAD-9B4E-12219CA42443}" type="presParOf" srcId="{3B34DC99-A3AE-4771-9B75-815EC39A5A0A}" destId="{18620C0B-EFBD-4D16-AC41-688192319925}" srcOrd="9" destOrd="0" presId="urn:microsoft.com/office/officeart/2005/8/layout/target1"/>
    <dgm:cxn modelId="{6097223E-CE7E-410C-874E-3469676ED6C3}" type="presParOf" srcId="{3B34DC99-A3AE-4771-9B75-815EC39A5A0A}" destId="{D0371343-93A8-458E-926E-60378528FC6B}" srcOrd="10" destOrd="0" presId="urn:microsoft.com/office/officeart/2005/8/layout/target1"/>
    <dgm:cxn modelId="{610AF775-811A-425E-A517-3F61E87C09BF}" type="presParOf" srcId="{3B34DC99-A3AE-4771-9B75-815EC39A5A0A}" destId="{27B0DA68-2091-48EC-A57D-985FEAD519FA}" srcOrd="11" destOrd="0" presId="urn:microsoft.com/office/officeart/2005/8/layout/target1"/>
    <dgm:cxn modelId="{B5CBD7C3-CB2B-422E-B609-3DD5D90DB497}" type="presParOf" srcId="{3B34DC99-A3AE-4771-9B75-815EC39A5A0A}" destId="{33FB68E4-5B46-4FAC-BC24-180A6824ACE8}" srcOrd="12" destOrd="0" presId="urn:microsoft.com/office/officeart/2005/8/layout/target1"/>
    <dgm:cxn modelId="{A5D7DC98-5FC9-4F35-A03F-5A23ED4757D4}" type="presParOf" srcId="{3B34DC99-A3AE-4771-9B75-815EC39A5A0A}" destId="{6C8F13DB-7BD1-4A6E-BB8E-DD333612194F}" srcOrd="13" destOrd="0" presId="urn:microsoft.com/office/officeart/2005/8/layout/target1"/>
    <dgm:cxn modelId="{64799CBF-E94D-477A-8DBA-53C663C03419}" type="presParOf" srcId="{3B34DC99-A3AE-4771-9B75-815EC39A5A0A}" destId="{794BA2B3-EDD3-47BB-AE73-F5687BC3EE3F}" srcOrd="14" destOrd="0" presId="urn:microsoft.com/office/officeart/2005/8/layout/target1"/>
    <dgm:cxn modelId="{A85A3FD8-A4E8-49EC-9850-F135AD7C1700}" type="presParOf" srcId="{3B34DC99-A3AE-4771-9B75-815EC39A5A0A}" destId="{1D38C4C8-11C3-4DAA-8513-A3DB62C40F22}" srcOrd="15" destOrd="0" presId="urn:microsoft.com/office/officeart/2005/8/layout/target1"/>
    <dgm:cxn modelId="{4C7F0D84-B347-4A54-ADA4-3A47D8C8DD58}" type="presParOf" srcId="{3B34DC99-A3AE-4771-9B75-815EC39A5A0A}" destId="{DEC1E183-47C4-4512-8DAE-38806D66EB7D}" srcOrd="16" destOrd="0" presId="urn:microsoft.com/office/officeart/2005/8/layout/target1"/>
    <dgm:cxn modelId="{E96F0B8F-A55E-42B7-87B1-175651215DD1}" type="presParOf" srcId="{3B34DC99-A3AE-4771-9B75-815EC39A5A0A}" destId="{D752CAD4-AD7B-4BF3-BF70-8FA1FB0A2FFC}" srcOrd="17" destOrd="0" presId="urn:microsoft.com/office/officeart/2005/8/layout/target1"/>
    <dgm:cxn modelId="{93DFC8E9-8EC9-484F-885F-B4B6529B9350}" type="presParOf" srcId="{3B34DC99-A3AE-4771-9B75-815EC39A5A0A}" destId="{4B680EDD-6C49-4291-A839-4238A6CAA35A}" srcOrd="18" destOrd="0" presId="urn:microsoft.com/office/officeart/2005/8/layout/target1"/>
    <dgm:cxn modelId="{EF8FB2EB-AA61-459D-9AFD-ACDC63AEB131}" type="presParOf" srcId="{3B34DC99-A3AE-4771-9B75-815EC39A5A0A}" destId="{0E079DAF-6D7A-4786-85C5-E2B9E5404CEE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BF555CC-0963-4A9A-88E7-CC0DD7998D01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GB"/>
        </a:p>
      </dgm:t>
    </dgm:pt>
    <dgm:pt modelId="{E332B49F-D607-4FB1-8A53-0C649FDC02A1}">
      <dgm:prSet/>
      <dgm:spPr/>
      <dgm:t>
        <a:bodyPr/>
        <a:lstStyle/>
        <a:p>
          <a:r>
            <a:rPr lang="en-GB"/>
            <a:t>Achievements:</a:t>
          </a:r>
        </a:p>
      </dgm:t>
    </dgm:pt>
    <dgm:pt modelId="{628C8574-0B7B-4F7B-910F-E303173D0E1F}" type="parTrans" cxnId="{FFC347AE-EEB3-4933-8F73-0B46DDFC2222}">
      <dgm:prSet/>
      <dgm:spPr/>
      <dgm:t>
        <a:bodyPr/>
        <a:lstStyle/>
        <a:p>
          <a:endParaRPr lang="en-GB"/>
        </a:p>
      </dgm:t>
    </dgm:pt>
    <dgm:pt modelId="{B5BCEC74-168B-4BC2-BB4C-75DF06945B9B}" type="sibTrans" cxnId="{FFC347AE-EEB3-4933-8F73-0B46DDFC2222}">
      <dgm:prSet/>
      <dgm:spPr/>
      <dgm:t>
        <a:bodyPr/>
        <a:lstStyle/>
        <a:p>
          <a:endParaRPr lang="en-GB"/>
        </a:p>
      </dgm:t>
    </dgm:pt>
    <dgm:pt modelId="{F1A368A4-9C28-42D3-91F7-4D7DB0572844}">
      <dgm:prSet/>
      <dgm:spPr/>
      <dgm:t>
        <a:bodyPr/>
        <a:lstStyle/>
        <a:p>
          <a:r>
            <a:rPr lang="en-GB"/>
            <a:t>Enhanced CCNA preparation</a:t>
          </a:r>
        </a:p>
      </dgm:t>
    </dgm:pt>
    <dgm:pt modelId="{84336C26-536A-4794-8951-4B59482216B4}" type="parTrans" cxnId="{13A77FE7-C951-4674-BDD6-4E0EFAE2582F}">
      <dgm:prSet/>
      <dgm:spPr/>
      <dgm:t>
        <a:bodyPr/>
        <a:lstStyle/>
        <a:p>
          <a:endParaRPr lang="en-GB"/>
        </a:p>
      </dgm:t>
    </dgm:pt>
    <dgm:pt modelId="{18512EA1-18E0-4D42-AC63-BA29D5F2886B}" type="sibTrans" cxnId="{13A77FE7-C951-4674-BDD6-4E0EFAE2582F}">
      <dgm:prSet/>
      <dgm:spPr/>
      <dgm:t>
        <a:bodyPr/>
        <a:lstStyle/>
        <a:p>
          <a:endParaRPr lang="en-GB"/>
        </a:p>
      </dgm:t>
    </dgm:pt>
    <dgm:pt modelId="{9C5A326D-2F3F-458B-995E-ECFEDAD33A07}">
      <dgm:prSet/>
      <dgm:spPr/>
      <dgm:t>
        <a:bodyPr/>
        <a:lstStyle/>
        <a:p>
          <a:r>
            <a:rPr lang="en-GB"/>
            <a:t>High user engagement</a:t>
          </a:r>
        </a:p>
      </dgm:t>
    </dgm:pt>
    <dgm:pt modelId="{9CB4121E-258D-4F13-AD8E-B9E46C30B5D9}" type="parTrans" cxnId="{848E4E98-41E9-4F33-BF96-C42E9294522B}">
      <dgm:prSet/>
      <dgm:spPr/>
      <dgm:t>
        <a:bodyPr/>
        <a:lstStyle/>
        <a:p>
          <a:endParaRPr lang="en-GB"/>
        </a:p>
      </dgm:t>
    </dgm:pt>
    <dgm:pt modelId="{719F09D0-D603-4C0F-971A-2758174C0D4D}" type="sibTrans" cxnId="{848E4E98-41E9-4F33-BF96-C42E9294522B}">
      <dgm:prSet/>
      <dgm:spPr/>
      <dgm:t>
        <a:bodyPr/>
        <a:lstStyle/>
        <a:p>
          <a:endParaRPr lang="en-GB"/>
        </a:p>
      </dgm:t>
    </dgm:pt>
    <dgm:pt modelId="{F1CDE624-7919-47ED-97DE-D709CBD7E067}">
      <dgm:prSet/>
      <dgm:spPr/>
      <dgm:t>
        <a:bodyPr/>
        <a:lstStyle/>
        <a:p>
          <a:r>
            <a:rPr lang="en-GB"/>
            <a:t>Practical Python application</a:t>
          </a:r>
        </a:p>
      </dgm:t>
    </dgm:pt>
    <dgm:pt modelId="{34C9FC06-F3BA-4DD3-A15A-877C4A60CA97}" type="parTrans" cxnId="{1E8BAC6A-9CE6-44C4-97BB-7289D9A93910}">
      <dgm:prSet/>
      <dgm:spPr/>
      <dgm:t>
        <a:bodyPr/>
        <a:lstStyle/>
        <a:p>
          <a:endParaRPr lang="en-GB"/>
        </a:p>
      </dgm:t>
    </dgm:pt>
    <dgm:pt modelId="{E7B6F266-AE51-4637-8426-844F1CB9CC88}" type="sibTrans" cxnId="{1E8BAC6A-9CE6-44C4-97BB-7289D9A93910}">
      <dgm:prSet/>
      <dgm:spPr/>
      <dgm:t>
        <a:bodyPr/>
        <a:lstStyle/>
        <a:p>
          <a:endParaRPr lang="en-GB"/>
        </a:p>
      </dgm:t>
    </dgm:pt>
    <dgm:pt modelId="{6922CAC6-E078-4D75-88CC-89FC3225C651}">
      <dgm:prSet/>
      <dgm:spPr/>
      <dgm:t>
        <a:bodyPr/>
        <a:lstStyle/>
        <a:p>
          <a:r>
            <a:rPr lang="en-GB"/>
            <a:t>Future:</a:t>
          </a:r>
        </a:p>
      </dgm:t>
    </dgm:pt>
    <dgm:pt modelId="{FBE18476-4580-427E-A144-6548E5D6DAF4}" type="parTrans" cxnId="{66DAA667-E0C0-4AA7-A237-F4A5299A11D2}">
      <dgm:prSet/>
      <dgm:spPr/>
      <dgm:t>
        <a:bodyPr/>
        <a:lstStyle/>
        <a:p>
          <a:endParaRPr lang="en-GB"/>
        </a:p>
      </dgm:t>
    </dgm:pt>
    <dgm:pt modelId="{CF1B8A76-446B-446E-9B73-2A67C9076C2B}" type="sibTrans" cxnId="{66DAA667-E0C0-4AA7-A237-F4A5299A11D2}">
      <dgm:prSet/>
      <dgm:spPr/>
      <dgm:t>
        <a:bodyPr/>
        <a:lstStyle/>
        <a:p>
          <a:endParaRPr lang="en-GB"/>
        </a:p>
      </dgm:t>
    </dgm:pt>
    <dgm:pt modelId="{FF889D19-1AD8-4705-BF25-C4C67498393C}">
      <dgm:prSet/>
      <dgm:spPr/>
      <dgm:t>
        <a:bodyPr/>
        <a:lstStyle/>
        <a:p>
          <a:r>
            <a:rPr lang="en-GB"/>
            <a:t>Custom quizzes, badges, multi-language</a:t>
          </a:r>
        </a:p>
      </dgm:t>
    </dgm:pt>
    <dgm:pt modelId="{AE7653D6-6905-4881-B429-1F6AACF5408D}" type="parTrans" cxnId="{37B74887-DB77-44DE-91E4-E053056B0894}">
      <dgm:prSet/>
      <dgm:spPr/>
      <dgm:t>
        <a:bodyPr/>
        <a:lstStyle/>
        <a:p>
          <a:endParaRPr lang="en-GB"/>
        </a:p>
      </dgm:t>
    </dgm:pt>
    <dgm:pt modelId="{64F914D9-C75A-4C22-83FC-78220D6908F2}" type="sibTrans" cxnId="{37B74887-DB77-44DE-91E4-E053056B0894}">
      <dgm:prSet/>
      <dgm:spPr/>
      <dgm:t>
        <a:bodyPr/>
        <a:lstStyle/>
        <a:p>
          <a:endParaRPr lang="en-GB"/>
        </a:p>
      </dgm:t>
    </dgm:pt>
    <dgm:pt modelId="{4E8F73D9-5FCA-4E6D-B2B0-EB630D0E1A74}" type="pres">
      <dgm:prSet presAssocID="{5BF555CC-0963-4A9A-88E7-CC0DD7998D01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246C3AE-6B92-459A-9877-6CB63D85051B}" type="pres">
      <dgm:prSet presAssocID="{E332B49F-D607-4FB1-8A53-0C649FDC02A1}" presName="circle1" presStyleLbl="node1" presStyleIdx="0" presStyleCnt="2"/>
      <dgm:spPr/>
    </dgm:pt>
    <dgm:pt modelId="{827114A2-933C-4634-81C1-2EC9916F8203}" type="pres">
      <dgm:prSet presAssocID="{E332B49F-D607-4FB1-8A53-0C649FDC02A1}" presName="space" presStyleCnt="0"/>
      <dgm:spPr/>
    </dgm:pt>
    <dgm:pt modelId="{95395A76-3ED2-4894-B1C7-0926483DE938}" type="pres">
      <dgm:prSet presAssocID="{E332B49F-D607-4FB1-8A53-0C649FDC02A1}" presName="rect1" presStyleLbl="alignAcc1" presStyleIdx="0" presStyleCnt="2"/>
      <dgm:spPr/>
    </dgm:pt>
    <dgm:pt modelId="{C36F9ECB-E0D8-41A6-978F-93B3B9F56DBF}" type="pres">
      <dgm:prSet presAssocID="{6922CAC6-E078-4D75-88CC-89FC3225C651}" presName="vertSpace2" presStyleLbl="node1" presStyleIdx="0" presStyleCnt="2"/>
      <dgm:spPr/>
    </dgm:pt>
    <dgm:pt modelId="{C9A960CB-FFB1-4AC6-99AE-C31675E37F0D}" type="pres">
      <dgm:prSet presAssocID="{6922CAC6-E078-4D75-88CC-89FC3225C651}" presName="circle2" presStyleLbl="node1" presStyleIdx="1" presStyleCnt="2"/>
      <dgm:spPr/>
    </dgm:pt>
    <dgm:pt modelId="{693B1B1D-851A-4A96-AA3F-7B0863724AA3}" type="pres">
      <dgm:prSet presAssocID="{6922CAC6-E078-4D75-88CC-89FC3225C651}" presName="rect2" presStyleLbl="alignAcc1" presStyleIdx="1" presStyleCnt="2"/>
      <dgm:spPr/>
    </dgm:pt>
    <dgm:pt modelId="{EBD21898-C0DE-49F9-8C2F-C831D1F049FB}" type="pres">
      <dgm:prSet presAssocID="{E332B49F-D607-4FB1-8A53-0C649FDC02A1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E60C8CAB-B341-408D-B2B5-946D47EE70B4}" type="pres">
      <dgm:prSet presAssocID="{E332B49F-D607-4FB1-8A53-0C649FDC02A1}" presName="rect1ChTx" presStyleLbl="alignAcc1" presStyleIdx="1" presStyleCnt="2">
        <dgm:presLayoutVars>
          <dgm:bulletEnabled val="1"/>
        </dgm:presLayoutVars>
      </dgm:prSet>
      <dgm:spPr/>
    </dgm:pt>
    <dgm:pt modelId="{22BD8F57-7A99-4979-9FD4-1D9A1F937E4E}" type="pres">
      <dgm:prSet presAssocID="{6922CAC6-E078-4D75-88CC-89FC3225C651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F789D2F5-6B3E-4921-8D61-C8F46C35CECB}" type="pres">
      <dgm:prSet presAssocID="{6922CAC6-E078-4D75-88CC-89FC3225C651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D270FF05-5D2C-42AE-A866-477E41A9E109}" type="presOf" srcId="{FF889D19-1AD8-4705-BF25-C4C67498393C}" destId="{F789D2F5-6B3E-4921-8D61-C8F46C35CECB}" srcOrd="0" destOrd="0" presId="urn:microsoft.com/office/officeart/2005/8/layout/target3"/>
    <dgm:cxn modelId="{80831314-28C5-4C70-8B56-71C85DE189F0}" type="presOf" srcId="{E332B49F-D607-4FB1-8A53-0C649FDC02A1}" destId="{EBD21898-C0DE-49F9-8C2F-C831D1F049FB}" srcOrd="1" destOrd="0" presId="urn:microsoft.com/office/officeart/2005/8/layout/target3"/>
    <dgm:cxn modelId="{C7185535-FD70-40C6-96CD-A29B02BD92BF}" type="presOf" srcId="{9C5A326D-2F3F-458B-995E-ECFEDAD33A07}" destId="{E60C8CAB-B341-408D-B2B5-946D47EE70B4}" srcOrd="0" destOrd="1" presId="urn:microsoft.com/office/officeart/2005/8/layout/target3"/>
    <dgm:cxn modelId="{39281A37-0A2A-4446-AB03-6697D88ED2C3}" type="presOf" srcId="{5BF555CC-0963-4A9A-88E7-CC0DD7998D01}" destId="{4E8F73D9-5FCA-4E6D-B2B0-EB630D0E1A74}" srcOrd="0" destOrd="0" presId="urn:microsoft.com/office/officeart/2005/8/layout/target3"/>
    <dgm:cxn modelId="{DCDA765B-DA20-41B5-8F12-C63437FDD43A}" type="presOf" srcId="{E332B49F-D607-4FB1-8A53-0C649FDC02A1}" destId="{95395A76-3ED2-4894-B1C7-0926483DE938}" srcOrd="0" destOrd="0" presId="urn:microsoft.com/office/officeart/2005/8/layout/target3"/>
    <dgm:cxn modelId="{66DAA667-E0C0-4AA7-A237-F4A5299A11D2}" srcId="{5BF555CC-0963-4A9A-88E7-CC0DD7998D01}" destId="{6922CAC6-E078-4D75-88CC-89FC3225C651}" srcOrd="1" destOrd="0" parTransId="{FBE18476-4580-427E-A144-6548E5D6DAF4}" sibTransId="{CF1B8A76-446B-446E-9B73-2A67C9076C2B}"/>
    <dgm:cxn modelId="{1E8BAC6A-9CE6-44C4-97BB-7289D9A93910}" srcId="{E332B49F-D607-4FB1-8A53-0C649FDC02A1}" destId="{F1CDE624-7919-47ED-97DE-D709CBD7E067}" srcOrd="2" destOrd="0" parTransId="{34C9FC06-F3BA-4DD3-A15A-877C4A60CA97}" sibTransId="{E7B6F266-AE51-4637-8426-844F1CB9CC88}"/>
    <dgm:cxn modelId="{37B74887-DB77-44DE-91E4-E053056B0894}" srcId="{6922CAC6-E078-4D75-88CC-89FC3225C651}" destId="{FF889D19-1AD8-4705-BF25-C4C67498393C}" srcOrd="0" destOrd="0" parTransId="{AE7653D6-6905-4881-B429-1F6AACF5408D}" sibTransId="{64F914D9-C75A-4C22-83FC-78220D6908F2}"/>
    <dgm:cxn modelId="{71AEC897-B588-4D26-A737-9B6C9816FEF6}" type="presOf" srcId="{F1A368A4-9C28-42D3-91F7-4D7DB0572844}" destId="{E60C8CAB-B341-408D-B2B5-946D47EE70B4}" srcOrd="0" destOrd="0" presId="urn:microsoft.com/office/officeart/2005/8/layout/target3"/>
    <dgm:cxn modelId="{848E4E98-41E9-4F33-BF96-C42E9294522B}" srcId="{E332B49F-D607-4FB1-8A53-0C649FDC02A1}" destId="{9C5A326D-2F3F-458B-995E-ECFEDAD33A07}" srcOrd="1" destOrd="0" parTransId="{9CB4121E-258D-4F13-AD8E-B9E46C30B5D9}" sibTransId="{719F09D0-D603-4C0F-971A-2758174C0D4D}"/>
    <dgm:cxn modelId="{FFC347AE-EEB3-4933-8F73-0B46DDFC2222}" srcId="{5BF555CC-0963-4A9A-88E7-CC0DD7998D01}" destId="{E332B49F-D607-4FB1-8A53-0C649FDC02A1}" srcOrd="0" destOrd="0" parTransId="{628C8574-0B7B-4F7B-910F-E303173D0E1F}" sibTransId="{B5BCEC74-168B-4BC2-BB4C-75DF06945B9B}"/>
    <dgm:cxn modelId="{14D60DB4-6D9D-45CB-A600-48CABA50F13F}" type="presOf" srcId="{6922CAC6-E078-4D75-88CC-89FC3225C651}" destId="{22BD8F57-7A99-4979-9FD4-1D9A1F937E4E}" srcOrd="1" destOrd="0" presId="urn:microsoft.com/office/officeart/2005/8/layout/target3"/>
    <dgm:cxn modelId="{6081A2E0-B3C7-4980-B94E-AB44EC2DCE31}" type="presOf" srcId="{6922CAC6-E078-4D75-88CC-89FC3225C651}" destId="{693B1B1D-851A-4A96-AA3F-7B0863724AA3}" srcOrd="0" destOrd="0" presId="urn:microsoft.com/office/officeart/2005/8/layout/target3"/>
    <dgm:cxn modelId="{13A77FE7-C951-4674-BDD6-4E0EFAE2582F}" srcId="{E332B49F-D607-4FB1-8A53-0C649FDC02A1}" destId="{F1A368A4-9C28-42D3-91F7-4D7DB0572844}" srcOrd="0" destOrd="0" parTransId="{84336C26-536A-4794-8951-4B59482216B4}" sibTransId="{18512EA1-18E0-4D42-AC63-BA29D5F2886B}"/>
    <dgm:cxn modelId="{851D75F4-BC1B-4E30-B4A3-4D188A447C8B}" type="presOf" srcId="{F1CDE624-7919-47ED-97DE-D709CBD7E067}" destId="{E60C8CAB-B341-408D-B2B5-946D47EE70B4}" srcOrd="0" destOrd="2" presId="urn:microsoft.com/office/officeart/2005/8/layout/target3"/>
    <dgm:cxn modelId="{60E7F121-8D5F-43CC-8913-703316620E9F}" type="presParOf" srcId="{4E8F73D9-5FCA-4E6D-B2B0-EB630D0E1A74}" destId="{7246C3AE-6B92-459A-9877-6CB63D85051B}" srcOrd="0" destOrd="0" presId="urn:microsoft.com/office/officeart/2005/8/layout/target3"/>
    <dgm:cxn modelId="{3B19DA7B-684E-427A-8BCA-905012C272D3}" type="presParOf" srcId="{4E8F73D9-5FCA-4E6D-B2B0-EB630D0E1A74}" destId="{827114A2-933C-4634-81C1-2EC9916F8203}" srcOrd="1" destOrd="0" presId="urn:microsoft.com/office/officeart/2005/8/layout/target3"/>
    <dgm:cxn modelId="{AD0F4127-8D7C-4344-8A1E-A2C54049BD96}" type="presParOf" srcId="{4E8F73D9-5FCA-4E6D-B2B0-EB630D0E1A74}" destId="{95395A76-3ED2-4894-B1C7-0926483DE938}" srcOrd="2" destOrd="0" presId="urn:microsoft.com/office/officeart/2005/8/layout/target3"/>
    <dgm:cxn modelId="{23A6BD36-ABB0-4F15-8FB1-BEF084104876}" type="presParOf" srcId="{4E8F73D9-5FCA-4E6D-B2B0-EB630D0E1A74}" destId="{C36F9ECB-E0D8-41A6-978F-93B3B9F56DBF}" srcOrd="3" destOrd="0" presId="urn:microsoft.com/office/officeart/2005/8/layout/target3"/>
    <dgm:cxn modelId="{54DAC1C1-A3FE-47B3-9164-9D504CC72EB5}" type="presParOf" srcId="{4E8F73D9-5FCA-4E6D-B2B0-EB630D0E1A74}" destId="{C9A960CB-FFB1-4AC6-99AE-C31675E37F0D}" srcOrd="4" destOrd="0" presId="urn:microsoft.com/office/officeart/2005/8/layout/target3"/>
    <dgm:cxn modelId="{343A8E60-0EA6-4B4F-B3B8-C49CFFD6856A}" type="presParOf" srcId="{4E8F73D9-5FCA-4E6D-B2B0-EB630D0E1A74}" destId="{693B1B1D-851A-4A96-AA3F-7B0863724AA3}" srcOrd="5" destOrd="0" presId="urn:microsoft.com/office/officeart/2005/8/layout/target3"/>
    <dgm:cxn modelId="{D229A364-A90C-439B-87C0-DA83FDE4F64B}" type="presParOf" srcId="{4E8F73D9-5FCA-4E6D-B2B0-EB630D0E1A74}" destId="{EBD21898-C0DE-49F9-8C2F-C831D1F049FB}" srcOrd="6" destOrd="0" presId="urn:microsoft.com/office/officeart/2005/8/layout/target3"/>
    <dgm:cxn modelId="{E83572BB-7C22-4030-B35B-AE19A50DCCC0}" type="presParOf" srcId="{4E8F73D9-5FCA-4E6D-B2B0-EB630D0E1A74}" destId="{E60C8CAB-B341-408D-B2B5-946D47EE70B4}" srcOrd="7" destOrd="0" presId="urn:microsoft.com/office/officeart/2005/8/layout/target3"/>
    <dgm:cxn modelId="{14B9EB89-4D33-4A40-998D-A73EA4043A72}" type="presParOf" srcId="{4E8F73D9-5FCA-4E6D-B2B0-EB630D0E1A74}" destId="{22BD8F57-7A99-4979-9FD4-1D9A1F937E4E}" srcOrd="8" destOrd="0" presId="urn:microsoft.com/office/officeart/2005/8/layout/target3"/>
    <dgm:cxn modelId="{ADE3597B-422F-4DBD-B2CA-6882120104A5}" type="presParOf" srcId="{4E8F73D9-5FCA-4E6D-B2B0-EB630D0E1A74}" destId="{F789D2F5-6B3E-4921-8D61-C8F46C35CECB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92C0D-10B7-476D-AF41-F9C668A59F8D}">
      <dsp:nvSpPr>
        <dsp:cNvPr id="0" name=""/>
        <dsp:cNvSpPr/>
      </dsp:nvSpPr>
      <dsp:spPr>
        <a:xfrm>
          <a:off x="1265" y="754535"/>
          <a:ext cx="2364320" cy="1182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BTS students score &lt;80% on CCNA 1, 2, 3 tests</a:t>
          </a:r>
          <a:endParaRPr lang="en-US" sz="2200" kern="1200"/>
        </a:p>
      </dsp:txBody>
      <dsp:txXfrm>
        <a:off x="35889" y="789159"/>
        <a:ext cx="2295072" cy="1112912"/>
      </dsp:txXfrm>
    </dsp:sp>
    <dsp:sp modelId="{2CE7BD28-65AF-4EF7-A0C8-45FFE3C3FB8C}">
      <dsp:nvSpPr>
        <dsp:cNvPr id="0" name=""/>
        <dsp:cNvSpPr/>
      </dsp:nvSpPr>
      <dsp:spPr>
        <a:xfrm>
          <a:off x="1265" y="2114019"/>
          <a:ext cx="2364320" cy="11821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Challenges:</a:t>
          </a:r>
          <a:endParaRPr lang="en-US" sz="2200" kern="1200"/>
        </a:p>
      </dsp:txBody>
      <dsp:txXfrm>
        <a:off x="35889" y="2148643"/>
        <a:ext cx="2295072" cy="1112912"/>
      </dsp:txXfrm>
    </dsp:sp>
    <dsp:sp modelId="{955D6400-C99F-43BD-B254-22B4A879C92B}">
      <dsp:nvSpPr>
        <dsp:cNvPr id="0" name=""/>
        <dsp:cNvSpPr/>
      </dsp:nvSpPr>
      <dsp:spPr>
        <a:xfrm rot="17692822">
          <a:off x="1714523" y="1665821"/>
          <a:ext cx="2247853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2247853" y="1966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2253" y="1629290"/>
        <a:ext cx="112392" cy="112392"/>
      </dsp:txXfrm>
    </dsp:sp>
    <dsp:sp modelId="{068DFA31-0A6E-4E1D-A033-055B1D67430C}">
      <dsp:nvSpPr>
        <dsp:cNvPr id="0" name=""/>
        <dsp:cNvSpPr/>
      </dsp:nvSpPr>
      <dsp:spPr>
        <a:xfrm>
          <a:off x="3311314" y="74793"/>
          <a:ext cx="2364320" cy="11821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Unstructured revision</a:t>
          </a:r>
          <a:endParaRPr lang="en-US" sz="2200" kern="1200"/>
        </a:p>
      </dsp:txBody>
      <dsp:txXfrm>
        <a:off x="3345938" y="109417"/>
        <a:ext cx="2295072" cy="1112912"/>
      </dsp:txXfrm>
    </dsp:sp>
    <dsp:sp modelId="{1BAD98AB-6364-4C73-B40F-B1B3F13C5478}">
      <dsp:nvSpPr>
        <dsp:cNvPr id="0" name=""/>
        <dsp:cNvSpPr/>
      </dsp:nvSpPr>
      <dsp:spPr>
        <a:xfrm rot="19457599">
          <a:off x="2256115" y="2345563"/>
          <a:ext cx="1164668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1164668" y="1966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9333" y="2336112"/>
        <a:ext cx="58233" cy="58233"/>
      </dsp:txXfrm>
    </dsp:sp>
    <dsp:sp modelId="{0D130B93-01AA-42D6-B1FC-49292AB6784E}">
      <dsp:nvSpPr>
        <dsp:cNvPr id="0" name=""/>
        <dsp:cNvSpPr/>
      </dsp:nvSpPr>
      <dsp:spPr>
        <a:xfrm>
          <a:off x="3311314" y="1434277"/>
          <a:ext cx="2364320" cy="11821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Complex networking concepts</a:t>
          </a:r>
          <a:endParaRPr lang="en-US" sz="2200" kern="1200"/>
        </a:p>
      </dsp:txBody>
      <dsp:txXfrm>
        <a:off x="3345938" y="1468901"/>
        <a:ext cx="2295072" cy="1112912"/>
      </dsp:txXfrm>
    </dsp:sp>
    <dsp:sp modelId="{F8F84422-223E-4D51-B641-52AD06C5634F}">
      <dsp:nvSpPr>
        <dsp:cNvPr id="0" name=""/>
        <dsp:cNvSpPr/>
      </dsp:nvSpPr>
      <dsp:spPr>
        <a:xfrm rot="2142401">
          <a:off x="2256115" y="3025305"/>
          <a:ext cx="1164668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1164668" y="1966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09333" y="3015854"/>
        <a:ext cx="58233" cy="58233"/>
      </dsp:txXfrm>
    </dsp:sp>
    <dsp:sp modelId="{1E3EB135-7811-4B55-8144-FB5C052B9675}">
      <dsp:nvSpPr>
        <dsp:cNvPr id="0" name=""/>
        <dsp:cNvSpPr/>
      </dsp:nvSpPr>
      <dsp:spPr>
        <a:xfrm>
          <a:off x="3311314" y="2793762"/>
          <a:ext cx="2364320" cy="11821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Limited MCQ practice</a:t>
          </a:r>
          <a:endParaRPr lang="en-US" sz="2200" kern="1200"/>
        </a:p>
      </dsp:txBody>
      <dsp:txXfrm>
        <a:off x="3345938" y="2828386"/>
        <a:ext cx="2295072" cy="1112912"/>
      </dsp:txXfrm>
    </dsp:sp>
    <dsp:sp modelId="{F21C6635-0199-4B0E-B33E-42314E018067}">
      <dsp:nvSpPr>
        <dsp:cNvPr id="0" name=""/>
        <dsp:cNvSpPr/>
      </dsp:nvSpPr>
      <dsp:spPr>
        <a:xfrm rot="3907178">
          <a:off x="1714523" y="3705047"/>
          <a:ext cx="2247853" cy="39331"/>
        </a:xfrm>
        <a:custGeom>
          <a:avLst/>
          <a:gdLst/>
          <a:ahLst/>
          <a:cxnLst/>
          <a:rect l="0" t="0" r="0" b="0"/>
          <a:pathLst>
            <a:path>
              <a:moveTo>
                <a:pt x="0" y="19665"/>
              </a:moveTo>
              <a:lnTo>
                <a:pt x="2247853" y="19665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782253" y="3668516"/>
        <a:ext cx="112392" cy="112392"/>
      </dsp:txXfrm>
    </dsp:sp>
    <dsp:sp modelId="{4B8CD35E-F666-45A7-960D-844E1AB49ED2}">
      <dsp:nvSpPr>
        <dsp:cNvPr id="0" name=""/>
        <dsp:cNvSpPr/>
      </dsp:nvSpPr>
      <dsp:spPr>
        <a:xfrm>
          <a:off x="3311314" y="4153246"/>
          <a:ext cx="2364320" cy="118216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Lack of personalized feedback</a:t>
          </a:r>
          <a:endParaRPr lang="en-US" sz="2200" kern="1200"/>
        </a:p>
      </dsp:txBody>
      <dsp:txXfrm>
        <a:off x="3345938" y="4187870"/>
        <a:ext cx="2295072" cy="11129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39019E-E81F-42F5-80CF-F8DD5F79D3FB}">
      <dsp:nvSpPr>
        <dsp:cNvPr id="0" name=""/>
        <dsp:cNvSpPr/>
      </dsp:nvSpPr>
      <dsp:spPr>
        <a:xfrm rot="2535894">
          <a:off x="1164670" y="2451906"/>
          <a:ext cx="432599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432599" y="340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8B4FEB-1066-48C9-B08F-12E337144EF8}">
      <dsp:nvSpPr>
        <dsp:cNvPr id="0" name=""/>
        <dsp:cNvSpPr/>
      </dsp:nvSpPr>
      <dsp:spPr>
        <a:xfrm>
          <a:off x="1220898" y="1849650"/>
          <a:ext cx="488442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488442" y="340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233ACC-EDE6-4F33-ADA7-69C664B9AB2E}">
      <dsp:nvSpPr>
        <dsp:cNvPr id="0" name=""/>
        <dsp:cNvSpPr/>
      </dsp:nvSpPr>
      <dsp:spPr>
        <a:xfrm rot="19064106">
          <a:off x="1164670" y="1247393"/>
          <a:ext cx="432599" cy="68027"/>
        </a:xfrm>
        <a:custGeom>
          <a:avLst/>
          <a:gdLst/>
          <a:ahLst/>
          <a:cxnLst/>
          <a:rect l="0" t="0" r="0" b="0"/>
          <a:pathLst>
            <a:path>
              <a:moveTo>
                <a:pt x="0" y="34013"/>
              </a:moveTo>
              <a:lnTo>
                <a:pt x="432599" y="3401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8F3484-51E4-4424-AB80-7636C90BF0DC}">
      <dsp:nvSpPr>
        <dsp:cNvPr id="0" name=""/>
        <dsp:cNvSpPr/>
      </dsp:nvSpPr>
      <dsp:spPr>
        <a:xfrm>
          <a:off x="261" y="1165642"/>
          <a:ext cx="1436043" cy="1436043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7AF27A-C896-48CD-BFB3-350F2F4BD5D0}">
      <dsp:nvSpPr>
        <dsp:cNvPr id="0" name=""/>
        <dsp:cNvSpPr/>
      </dsp:nvSpPr>
      <dsp:spPr>
        <a:xfrm>
          <a:off x="1436550" y="463641"/>
          <a:ext cx="803907" cy="8039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Challenges:</a:t>
          </a:r>
        </a:p>
      </dsp:txBody>
      <dsp:txXfrm>
        <a:off x="1554279" y="581370"/>
        <a:ext cx="568449" cy="568449"/>
      </dsp:txXfrm>
    </dsp:sp>
    <dsp:sp modelId="{01805A7C-1BFF-4A97-96F1-F5BFC02244E5}">
      <dsp:nvSpPr>
        <dsp:cNvPr id="0" name=""/>
        <dsp:cNvSpPr/>
      </dsp:nvSpPr>
      <dsp:spPr>
        <a:xfrm>
          <a:off x="2320848" y="463641"/>
          <a:ext cx="1205861" cy="803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Unstructured revision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Complex networking concepts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Limited MCQ practice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Lack of personalized feedback</a:t>
          </a:r>
        </a:p>
      </dsp:txBody>
      <dsp:txXfrm>
        <a:off x="2320848" y="463641"/>
        <a:ext cx="1205861" cy="803907"/>
      </dsp:txXfrm>
    </dsp:sp>
    <dsp:sp modelId="{FA3F3E52-D4F5-4688-8A2A-413CCCBBC47E}">
      <dsp:nvSpPr>
        <dsp:cNvPr id="0" name=""/>
        <dsp:cNvSpPr/>
      </dsp:nvSpPr>
      <dsp:spPr>
        <a:xfrm>
          <a:off x="1709340" y="1481710"/>
          <a:ext cx="803907" cy="8039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CCNA Quiz Bot: Python-based Discord bot</a:t>
          </a:r>
        </a:p>
      </dsp:txBody>
      <dsp:txXfrm>
        <a:off x="1827069" y="1599439"/>
        <a:ext cx="568449" cy="568449"/>
      </dsp:txXfrm>
    </dsp:sp>
    <dsp:sp modelId="{C5506DAE-7D28-4950-A570-E3910FF9A5BB}">
      <dsp:nvSpPr>
        <dsp:cNvPr id="0" name=""/>
        <dsp:cNvSpPr/>
      </dsp:nvSpPr>
      <dsp:spPr>
        <a:xfrm>
          <a:off x="1436550" y="2499778"/>
          <a:ext cx="803907" cy="80390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800" kern="1200"/>
            <a:t>Objectives:</a:t>
          </a:r>
        </a:p>
      </dsp:txBody>
      <dsp:txXfrm>
        <a:off x="1554279" y="2617507"/>
        <a:ext cx="568449" cy="568449"/>
      </dsp:txXfrm>
    </dsp:sp>
    <dsp:sp modelId="{1C8A2B12-7B99-4FF1-BBB1-15E3A44ECD9D}">
      <dsp:nvSpPr>
        <dsp:cNvPr id="0" name=""/>
        <dsp:cNvSpPr/>
      </dsp:nvSpPr>
      <dsp:spPr>
        <a:xfrm>
          <a:off x="2320848" y="2499778"/>
          <a:ext cx="1205861" cy="8039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Structured quizzes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Automated flashcards, reminders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Leaderboard gamification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900" kern="1200"/>
            <a:t>Educational resources</a:t>
          </a:r>
        </a:p>
      </dsp:txBody>
      <dsp:txXfrm>
        <a:off x="2320848" y="2499778"/>
        <a:ext cx="1205861" cy="8039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5B76E-1BA1-459A-A6E3-224D8C07D2DA}">
      <dsp:nvSpPr>
        <dsp:cNvPr id="0" name=""/>
        <dsp:cNvSpPr/>
      </dsp:nvSpPr>
      <dsp:spPr>
        <a:xfrm>
          <a:off x="1501582" y="444889"/>
          <a:ext cx="3142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26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650091" y="488885"/>
        <a:ext cx="17243" cy="3448"/>
      </dsp:txXfrm>
    </dsp:sp>
    <dsp:sp modelId="{131E8A64-F5EC-4B01-B396-6562221DDDBE}">
      <dsp:nvSpPr>
        <dsp:cNvPr id="0" name=""/>
        <dsp:cNvSpPr/>
      </dsp:nvSpPr>
      <dsp:spPr>
        <a:xfrm>
          <a:off x="3983" y="40790"/>
          <a:ext cx="1499399" cy="89963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Quizzes: $ccna, $quiz dm, $test</a:t>
          </a:r>
        </a:p>
      </dsp:txBody>
      <dsp:txXfrm>
        <a:off x="3983" y="40790"/>
        <a:ext cx="1499399" cy="899639"/>
      </dsp:txXfrm>
    </dsp:sp>
    <dsp:sp modelId="{11586FC2-FF57-4EE9-946A-0F964AC71E8E}">
      <dsp:nvSpPr>
        <dsp:cNvPr id="0" name=""/>
        <dsp:cNvSpPr/>
      </dsp:nvSpPr>
      <dsp:spPr>
        <a:xfrm>
          <a:off x="3345843" y="444889"/>
          <a:ext cx="3142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26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494352" y="488885"/>
        <a:ext cx="17243" cy="3448"/>
      </dsp:txXfrm>
    </dsp:sp>
    <dsp:sp modelId="{8EB34B86-4753-4A0D-A6FC-2CA8403BB011}">
      <dsp:nvSpPr>
        <dsp:cNvPr id="0" name=""/>
        <dsp:cNvSpPr/>
      </dsp:nvSpPr>
      <dsp:spPr>
        <a:xfrm>
          <a:off x="1848243" y="40790"/>
          <a:ext cx="1499399" cy="8996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Leaderboard: $leaderboard</a:t>
          </a:r>
        </a:p>
      </dsp:txBody>
      <dsp:txXfrm>
        <a:off x="1848243" y="40790"/>
        <a:ext cx="1499399" cy="899639"/>
      </dsp:txXfrm>
    </dsp:sp>
    <dsp:sp modelId="{628AA254-3A1B-4772-973A-B1CCE04F2E43}">
      <dsp:nvSpPr>
        <dsp:cNvPr id="0" name=""/>
        <dsp:cNvSpPr/>
      </dsp:nvSpPr>
      <dsp:spPr>
        <a:xfrm>
          <a:off x="753682" y="938629"/>
          <a:ext cx="3688521" cy="314261"/>
        </a:xfrm>
        <a:custGeom>
          <a:avLst/>
          <a:gdLst/>
          <a:ahLst/>
          <a:cxnLst/>
          <a:rect l="0" t="0" r="0" b="0"/>
          <a:pathLst>
            <a:path>
              <a:moveTo>
                <a:pt x="3688521" y="0"/>
              </a:moveTo>
              <a:lnTo>
                <a:pt x="3688521" y="174230"/>
              </a:lnTo>
              <a:lnTo>
                <a:pt x="0" y="174230"/>
              </a:lnTo>
              <a:lnTo>
                <a:pt x="0" y="314261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505328" y="1094036"/>
        <a:ext cx="185230" cy="3448"/>
      </dsp:txXfrm>
    </dsp:sp>
    <dsp:sp modelId="{DFFBD6F5-7751-4DAA-81DF-7760BBE1181C}">
      <dsp:nvSpPr>
        <dsp:cNvPr id="0" name=""/>
        <dsp:cNvSpPr/>
      </dsp:nvSpPr>
      <dsp:spPr>
        <a:xfrm>
          <a:off x="3692504" y="40790"/>
          <a:ext cx="1499399" cy="89963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Resources: $resources</a:t>
          </a:r>
        </a:p>
      </dsp:txBody>
      <dsp:txXfrm>
        <a:off x="3692504" y="40790"/>
        <a:ext cx="1499399" cy="899639"/>
      </dsp:txXfrm>
    </dsp:sp>
    <dsp:sp modelId="{39234412-6485-4DBB-A8C6-A04FCA639C39}">
      <dsp:nvSpPr>
        <dsp:cNvPr id="0" name=""/>
        <dsp:cNvSpPr/>
      </dsp:nvSpPr>
      <dsp:spPr>
        <a:xfrm>
          <a:off x="1501582" y="1689391"/>
          <a:ext cx="3142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261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1650091" y="1733386"/>
        <a:ext cx="17243" cy="3448"/>
      </dsp:txXfrm>
    </dsp:sp>
    <dsp:sp modelId="{5B13C062-34FF-4853-9C30-8E78006BE0BB}">
      <dsp:nvSpPr>
        <dsp:cNvPr id="0" name=""/>
        <dsp:cNvSpPr/>
      </dsp:nvSpPr>
      <dsp:spPr>
        <a:xfrm>
          <a:off x="3983" y="1285291"/>
          <a:ext cx="1499399" cy="89963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Explanations: $help &lt;topic&gt;</a:t>
          </a:r>
        </a:p>
      </dsp:txBody>
      <dsp:txXfrm>
        <a:off x="3983" y="1285291"/>
        <a:ext cx="1499399" cy="899639"/>
      </dsp:txXfrm>
    </dsp:sp>
    <dsp:sp modelId="{A316C67D-167C-4981-9324-C70ABBBBFB36}">
      <dsp:nvSpPr>
        <dsp:cNvPr id="0" name=""/>
        <dsp:cNvSpPr/>
      </dsp:nvSpPr>
      <dsp:spPr>
        <a:xfrm>
          <a:off x="3345843" y="1689391"/>
          <a:ext cx="3142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261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3494352" y="1733386"/>
        <a:ext cx="17243" cy="3448"/>
      </dsp:txXfrm>
    </dsp:sp>
    <dsp:sp modelId="{4B7DA49F-BA60-4B1A-87DD-0C8CE9E48CCF}">
      <dsp:nvSpPr>
        <dsp:cNvPr id="0" name=""/>
        <dsp:cNvSpPr/>
      </dsp:nvSpPr>
      <dsp:spPr>
        <a:xfrm>
          <a:off x="1848243" y="1285291"/>
          <a:ext cx="1499399" cy="89963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Study Sessions: Pomodoro flashcards</a:t>
          </a:r>
        </a:p>
      </dsp:txBody>
      <dsp:txXfrm>
        <a:off x="1848243" y="1285291"/>
        <a:ext cx="1499399" cy="899639"/>
      </dsp:txXfrm>
    </dsp:sp>
    <dsp:sp modelId="{0D9B422B-474C-41B1-BCED-94B65CB303B0}">
      <dsp:nvSpPr>
        <dsp:cNvPr id="0" name=""/>
        <dsp:cNvSpPr/>
      </dsp:nvSpPr>
      <dsp:spPr>
        <a:xfrm>
          <a:off x="753682" y="2183130"/>
          <a:ext cx="3688521" cy="314261"/>
        </a:xfrm>
        <a:custGeom>
          <a:avLst/>
          <a:gdLst/>
          <a:ahLst/>
          <a:cxnLst/>
          <a:rect l="0" t="0" r="0" b="0"/>
          <a:pathLst>
            <a:path>
              <a:moveTo>
                <a:pt x="3688521" y="0"/>
              </a:moveTo>
              <a:lnTo>
                <a:pt x="3688521" y="174230"/>
              </a:lnTo>
              <a:lnTo>
                <a:pt x="0" y="174230"/>
              </a:lnTo>
              <a:lnTo>
                <a:pt x="0" y="314261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505328" y="2338537"/>
        <a:ext cx="185230" cy="3448"/>
      </dsp:txXfrm>
    </dsp:sp>
    <dsp:sp modelId="{CF543BB4-E7E7-47CD-8D34-A4D6402721AF}">
      <dsp:nvSpPr>
        <dsp:cNvPr id="0" name=""/>
        <dsp:cNvSpPr/>
      </dsp:nvSpPr>
      <dsp:spPr>
        <a:xfrm>
          <a:off x="3692504" y="1285291"/>
          <a:ext cx="1499399" cy="89963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Daily Quizzes &amp; Reminders</a:t>
          </a:r>
        </a:p>
      </dsp:txBody>
      <dsp:txXfrm>
        <a:off x="3692504" y="1285291"/>
        <a:ext cx="1499399" cy="899639"/>
      </dsp:txXfrm>
    </dsp:sp>
    <dsp:sp modelId="{FE38A22D-52A4-4A38-9DFC-C4334D700653}">
      <dsp:nvSpPr>
        <dsp:cNvPr id="0" name=""/>
        <dsp:cNvSpPr/>
      </dsp:nvSpPr>
      <dsp:spPr>
        <a:xfrm>
          <a:off x="3983" y="2529792"/>
          <a:ext cx="1499399" cy="89963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3472" tIns="77122" rIns="73472" bIns="7712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Study Groups: $assign_groups</a:t>
          </a:r>
        </a:p>
      </dsp:txBody>
      <dsp:txXfrm>
        <a:off x="3983" y="2529792"/>
        <a:ext cx="1499399" cy="8996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167E4-05C2-4854-BE0B-A2555702F167}">
      <dsp:nvSpPr>
        <dsp:cNvPr id="0" name=""/>
        <dsp:cNvSpPr/>
      </dsp:nvSpPr>
      <dsp:spPr>
        <a:xfrm>
          <a:off x="6511" y="1052233"/>
          <a:ext cx="3340575" cy="133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Tech Stack:</a:t>
          </a:r>
        </a:p>
      </dsp:txBody>
      <dsp:txXfrm>
        <a:off x="674626" y="1052233"/>
        <a:ext cx="2004345" cy="1336230"/>
      </dsp:txXfrm>
    </dsp:sp>
    <dsp:sp modelId="{1F117C58-9587-443F-84AC-FF897E800876}">
      <dsp:nvSpPr>
        <dsp:cNvPr id="0" name=""/>
        <dsp:cNvSpPr/>
      </dsp:nvSpPr>
      <dsp:spPr>
        <a:xfrm>
          <a:off x="2912812" y="1165813"/>
          <a:ext cx="2772677" cy="110907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Python, discord.py, Django, PIL</a:t>
          </a:r>
        </a:p>
      </dsp:txBody>
      <dsp:txXfrm>
        <a:off x="3467348" y="1165813"/>
        <a:ext cx="1663606" cy="1109071"/>
      </dsp:txXfrm>
    </dsp:sp>
    <dsp:sp modelId="{92186EFA-992E-4BA3-9696-F93CA6AC5E05}">
      <dsp:nvSpPr>
        <dsp:cNvPr id="0" name=""/>
        <dsp:cNvSpPr/>
      </dsp:nvSpPr>
      <dsp:spPr>
        <a:xfrm>
          <a:off x="5297315" y="1165813"/>
          <a:ext cx="2772677" cy="110907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Heroku: polar-forest-95759, 1 dyno, $7/month</a:t>
          </a:r>
        </a:p>
      </dsp:txBody>
      <dsp:txXfrm>
        <a:off x="5851851" y="1165813"/>
        <a:ext cx="1663606" cy="1109071"/>
      </dsp:txXfrm>
    </dsp:sp>
    <dsp:sp modelId="{898DBB93-2B20-4942-AC24-9FC5DF6B79D9}">
      <dsp:nvSpPr>
        <dsp:cNvPr id="0" name=""/>
        <dsp:cNvSpPr/>
      </dsp:nvSpPr>
      <dsp:spPr>
        <a:xfrm>
          <a:off x="7681818" y="1165813"/>
          <a:ext cx="2772677" cy="110907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API for questions</a:t>
          </a:r>
        </a:p>
      </dsp:txBody>
      <dsp:txXfrm>
        <a:off x="8236354" y="1165813"/>
        <a:ext cx="1663606" cy="1109071"/>
      </dsp:txXfrm>
    </dsp:sp>
    <dsp:sp modelId="{93E6AFED-4D65-4C4A-842C-678F829E023D}">
      <dsp:nvSpPr>
        <dsp:cNvPr id="0" name=""/>
        <dsp:cNvSpPr/>
      </dsp:nvSpPr>
      <dsp:spPr>
        <a:xfrm>
          <a:off x="6511" y="2575536"/>
          <a:ext cx="3340575" cy="133623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16510" rIns="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600" kern="1200"/>
            <a:t>Development:</a:t>
          </a:r>
        </a:p>
      </dsp:txBody>
      <dsp:txXfrm>
        <a:off x="674626" y="2575536"/>
        <a:ext cx="2004345" cy="1336230"/>
      </dsp:txXfrm>
    </dsp:sp>
    <dsp:sp modelId="{E3E9DB79-B3B0-4503-B06D-D77E1D59CD1F}">
      <dsp:nvSpPr>
        <dsp:cNvPr id="0" name=""/>
        <dsp:cNvSpPr/>
      </dsp:nvSpPr>
      <dsp:spPr>
        <a:xfrm>
          <a:off x="2912812" y="2689115"/>
          <a:ext cx="2772677" cy="110907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Apr 22–Apr 28, 2025</a:t>
          </a:r>
        </a:p>
      </dsp:txBody>
      <dsp:txXfrm>
        <a:off x="3467348" y="2689115"/>
        <a:ext cx="1663606" cy="1109071"/>
      </dsp:txXfrm>
    </dsp:sp>
    <dsp:sp modelId="{8F1C89B3-14D2-4C40-8FE8-CED6AF25688E}">
      <dsp:nvSpPr>
        <dsp:cNvPr id="0" name=""/>
        <dsp:cNvSpPr/>
      </dsp:nvSpPr>
      <dsp:spPr>
        <a:xfrm>
          <a:off x="5297315" y="2689115"/>
          <a:ext cx="2772677" cy="1109071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Deployed via Heroku Git</a:t>
          </a:r>
        </a:p>
      </dsp:txBody>
      <dsp:txXfrm>
        <a:off x="5851851" y="2689115"/>
        <a:ext cx="1663606" cy="11090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28000F-F23B-4086-ACD5-4BF3E081B92A}">
      <dsp:nvSpPr>
        <dsp:cNvPr id="0" name=""/>
        <dsp:cNvSpPr/>
      </dsp:nvSpPr>
      <dsp:spPr>
        <a:xfrm>
          <a:off x="622786" y="1276"/>
          <a:ext cx="1588591" cy="7942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Core logic: ccna_quiz function</a:t>
          </a:r>
        </a:p>
      </dsp:txBody>
      <dsp:txXfrm>
        <a:off x="646050" y="24540"/>
        <a:ext cx="1542063" cy="747767"/>
      </dsp:txXfrm>
    </dsp:sp>
    <dsp:sp modelId="{0D9AD28C-83D8-482D-AAAA-B87DCF47D68B}">
      <dsp:nvSpPr>
        <dsp:cNvPr id="0" name=""/>
        <dsp:cNvSpPr/>
      </dsp:nvSpPr>
      <dsp:spPr>
        <a:xfrm>
          <a:off x="2608525" y="1276"/>
          <a:ext cx="1588591" cy="79429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Features:</a:t>
          </a:r>
        </a:p>
      </dsp:txBody>
      <dsp:txXfrm>
        <a:off x="2631789" y="24540"/>
        <a:ext cx="1542063" cy="747767"/>
      </dsp:txXfrm>
    </dsp:sp>
    <dsp:sp modelId="{695882C3-A91C-4A6C-B1E9-E0EF1C832A7E}">
      <dsp:nvSpPr>
        <dsp:cNvPr id="0" name=""/>
        <dsp:cNvSpPr/>
      </dsp:nvSpPr>
      <dsp:spPr>
        <a:xfrm>
          <a:off x="2767384" y="795571"/>
          <a:ext cx="158859" cy="5957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5721"/>
              </a:lnTo>
              <a:lnTo>
                <a:pt x="158859" y="59572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054D31-B8C3-42D8-B82A-9CA56F5B31A2}">
      <dsp:nvSpPr>
        <dsp:cNvPr id="0" name=""/>
        <dsp:cNvSpPr/>
      </dsp:nvSpPr>
      <dsp:spPr>
        <a:xfrm>
          <a:off x="2926243" y="994145"/>
          <a:ext cx="1270872" cy="7942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API question fetch</a:t>
          </a:r>
        </a:p>
      </dsp:txBody>
      <dsp:txXfrm>
        <a:off x="2949507" y="1017409"/>
        <a:ext cx="1224344" cy="747767"/>
      </dsp:txXfrm>
    </dsp:sp>
    <dsp:sp modelId="{A5F2FEA8-F636-4E25-B75A-D7A473394B73}">
      <dsp:nvSpPr>
        <dsp:cNvPr id="0" name=""/>
        <dsp:cNvSpPr/>
      </dsp:nvSpPr>
      <dsp:spPr>
        <a:xfrm>
          <a:off x="2767384" y="795571"/>
          <a:ext cx="158859" cy="158859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88591"/>
              </a:lnTo>
              <a:lnTo>
                <a:pt x="158859" y="1588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D06B04-724E-44B8-B2C1-7875F5802590}">
      <dsp:nvSpPr>
        <dsp:cNvPr id="0" name=""/>
        <dsp:cNvSpPr/>
      </dsp:nvSpPr>
      <dsp:spPr>
        <a:xfrm>
          <a:off x="2926243" y="1987014"/>
          <a:ext cx="1270872" cy="7942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Discord embeds</a:t>
          </a:r>
        </a:p>
      </dsp:txBody>
      <dsp:txXfrm>
        <a:off x="2949507" y="2010278"/>
        <a:ext cx="1224344" cy="747767"/>
      </dsp:txXfrm>
    </dsp:sp>
    <dsp:sp modelId="{472F35F0-ACBE-4FAD-B70D-6C496AAB517F}">
      <dsp:nvSpPr>
        <dsp:cNvPr id="0" name=""/>
        <dsp:cNvSpPr/>
      </dsp:nvSpPr>
      <dsp:spPr>
        <a:xfrm>
          <a:off x="2767384" y="795571"/>
          <a:ext cx="158859" cy="2581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81460"/>
              </a:lnTo>
              <a:lnTo>
                <a:pt x="158859" y="258146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94CF25-F728-41FB-835E-83BA59A6441A}">
      <dsp:nvSpPr>
        <dsp:cNvPr id="0" name=""/>
        <dsp:cNvSpPr/>
      </dsp:nvSpPr>
      <dsp:spPr>
        <a:xfrm>
          <a:off x="2926243" y="2979884"/>
          <a:ext cx="1270872" cy="79429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Async score updates</a:t>
          </a:r>
        </a:p>
      </dsp:txBody>
      <dsp:txXfrm>
        <a:off x="2949507" y="3003148"/>
        <a:ext cx="1224344" cy="7477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514F11-19C8-43F8-BDDE-EA2F32E687F3}">
      <dsp:nvSpPr>
        <dsp:cNvPr id="0" name=""/>
        <dsp:cNvSpPr/>
      </dsp:nvSpPr>
      <dsp:spPr>
        <a:xfrm>
          <a:off x="3521238" y="1628207"/>
          <a:ext cx="2153784" cy="2153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Live Demo: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$ccna 1 or 2 or 3: Quiz with embed, explanation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$leaderboard: Top scorers</a:t>
          </a:r>
        </a:p>
      </dsp:txBody>
      <dsp:txXfrm>
        <a:off x="3521238" y="1628207"/>
        <a:ext cx="2153784" cy="2153784"/>
      </dsp:txXfrm>
    </dsp:sp>
    <dsp:sp modelId="{91AB91DB-F3BD-4A60-91C1-E00D5C4F19B2}">
      <dsp:nvSpPr>
        <dsp:cNvPr id="0" name=""/>
        <dsp:cNvSpPr/>
      </dsp:nvSpPr>
      <dsp:spPr>
        <a:xfrm>
          <a:off x="623782" y="490432"/>
          <a:ext cx="4429335" cy="4429335"/>
        </a:xfrm>
        <a:prstGeom prst="circularArrow">
          <a:avLst>
            <a:gd name="adj1" fmla="val 9482"/>
            <a:gd name="adj2" fmla="val 684880"/>
            <a:gd name="adj3" fmla="val 7851144"/>
            <a:gd name="adj4" fmla="val 2263976"/>
            <a:gd name="adj5" fmla="val 11062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56457-5141-4C4E-9194-D941D28FFAA3}">
      <dsp:nvSpPr>
        <dsp:cNvPr id="0" name=""/>
        <dsp:cNvSpPr/>
      </dsp:nvSpPr>
      <dsp:spPr>
        <a:xfrm>
          <a:off x="1877" y="1628207"/>
          <a:ext cx="2153784" cy="21537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/>
            <a:t>Expected Output: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Interactive quiz response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/>
            <a:t>Leaderboard rankings</a:t>
          </a:r>
        </a:p>
      </dsp:txBody>
      <dsp:txXfrm>
        <a:off x="1877" y="1628207"/>
        <a:ext cx="2153784" cy="2153784"/>
      </dsp:txXfrm>
    </dsp:sp>
    <dsp:sp modelId="{C441BCDF-E19D-4DB6-AD1E-E6A9B1372C21}">
      <dsp:nvSpPr>
        <dsp:cNvPr id="0" name=""/>
        <dsp:cNvSpPr/>
      </dsp:nvSpPr>
      <dsp:spPr>
        <a:xfrm>
          <a:off x="623782" y="490432"/>
          <a:ext cx="4429335" cy="4429335"/>
        </a:xfrm>
        <a:prstGeom prst="circularArrow">
          <a:avLst>
            <a:gd name="adj1" fmla="val 9482"/>
            <a:gd name="adj2" fmla="val 684880"/>
            <a:gd name="adj3" fmla="val 18651144"/>
            <a:gd name="adj4" fmla="val 13063976"/>
            <a:gd name="adj5" fmla="val 11062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6B0B4A-0707-4887-8F24-6A30938759CC}">
      <dsp:nvSpPr>
        <dsp:cNvPr id="0" name=""/>
        <dsp:cNvSpPr/>
      </dsp:nvSpPr>
      <dsp:spPr>
        <a:xfrm>
          <a:off x="1173" y="456080"/>
          <a:ext cx="2502470" cy="1994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Testing: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Unit, functional, integration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2+ students, multiple scenarios</a:t>
          </a:r>
        </a:p>
      </dsp:txBody>
      <dsp:txXfrm>
        <a:off x="59580" y="514487"/>
        <a:ext cx="2385656" cy="1877342"/>
      </dsp:txXfrm>
    </dsp:sp>
    <dsp:sp modelId="{808E7232-AA62-4D0D-A2AD-BEC164C703D7}">
      <dsp:nvSpPr>
        <dsp:cNvPr id="0" name=""/>
        <dsp:cNvSpPr/>
      </dsp:nvSpPr>
      <dsp:spPr>
        <a:xfrm>
          <a:off x="2753891" y="1142852"/>
          <a:ext cx="530523" cy="6206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2753891" y="1266974"/>
        <a:ext cx="371366" cy="372368"/>
      </dsp:txXfrm>
    </dsp:sp>
    <dsp:sp modelId="{AED89234-686C-45BA-900F-FE51BE332D0E}">
      <dsp:nvSpPr>
        <dsp:cNvPr id="0" name=""/>
        <dsp:cNvSpPr/>
      </dsp:nvSpPr>
      <dsp:spPr>
        <a:xfrm>
          <a:off x="3504632" y="456080"/>
          <a:ext cx="2502470" cy="1994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Feedback: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Positive: Easy to use, engaging, comprehensive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Constructive: Customization, gamification needed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Negative: Could not see the leaderboard (now fixed)</a:t>
          </a:r>
        </a:p>
      </dsp:txBody>
      <dsp:txXfrm>
        <a:off x="3563039" y="514487"/>
        <a:ext cx="2385656" cy="187734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1E183-47C4-4512-8DAE-38806D66EB7D}">
      <dsp:nvSpPr>
        <dsp:cNvPr id="0" name=""/>
        <dsp:cNvSpPr/>
      </dsp:nvSpPr>
      <dsp:spPr>
        <a:xfrm>
          <a:off x="1889248" y="1111410"/>
          <a:ext cx="3821906" cy="38219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FB68E4-5B46-4FAC-BC24-180A6824ACE8}">
      <dsp:nvSpPr>
        <dsp:cNvPr id="0" name=""/>
        <dsp:cNvSpPr/>
      </dsp:nvSpPr>
      <dsp:spPr>
        <a:xfrm>
          <a:off x="2313798" y="1535960"/>
          <a:ext cx="2972806" cy="2972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BF8275-71E5-4637-8849-6F8929BBB497}">
      <dsp:nvSpPr>
        <dsp:cNvPr id="0" name=""/>
        <dsp:cNvSpPr/>
      </dsp:nvSpPr>
      <dsp:spPr>
        <a:xfrm>
          <a:off x="2738348" y="1960510"/>
          <a:ext cx="2123705" cy="21237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CEDCA-8C33-4B50-B5A3-CEA1196C2592}">
      <dsp:nvSpPr>
        <dsp:cNvPr id="0" name=""/>
        <dsp:cNvSpPr/>
      </dsp:nvSpPr>
      <dsp:spPr>
        <a:xfrm>
          <a:off x="3163217" y="2385379"/>
          <a:ext cx="1273968" cy="1273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B75D8-4319-47A4-A81D-E94ED8167D83}">
      <dsp:nvSpPr>
        <dsp:cNvPr id="0" name=""/>
        <dsp:cNvSpPr/>
      </dsp:nvSpPr>
      <dsp:spPr>
        <a:xfrm>
          <a:off x="3587767" y="2809929"/>
          <a:ext cx="424868" cy="4248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FBAE4-AA1D-4A59-8015-623D3505BEA2}">
      <dsp:nvSpPr>
        <dsp:cNvPr id="0" name=""/>
        <dsp:cNvSpPr/>
      </dsp:nvSpPr>
      <dsp:spPr>
        <a:xfrm>
          <a:off x="6348139" y="162558"/>
          <a:ext cx="1910953" cy="674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API Integration: Handled timeouts</a:t>
          </a:r>
        </a:p>
      </dsp:txBody>
      <dsp:txXfrm>
        <a:off x="6348139" y="162558"/>
        <a:ext cx="1910953" cy="674693"/>
      </dsp:txXfrm>
    </dsp:sp>
    <dsp:sp modelId="{6A45C906-56A2-4FDF-95E9-BE8A94FD10B8}">
      <dsp:nvSpPr>
        <dsp:cNvPr id="0" name=""/>
        <dsp:cNvSpPr/>
      </dsp:nvSpPr>
      <dsp:spPr>
        <a:xfrm>
          <a:off x="5870400" y="499905"/>
          <a:ext cx="4777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5C2B75-6F1E-432C-A6BD-CD4C72F63B30}">
      <dsp:nvSpPr>
        <dsp:cNvPr id="0" name=""/>
        <dsp:cNvSpPr/>
      </dsp:nvSpPr>
      <dsp:spPr>
        <a:xfrm rot="5400000">
          <a:off x="3572479" y="727627"/>
          <a:ext cx="2522458" cy="206701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B88A3F-5044-4E7F-9F27-2A633E5DC71D}">
      <dsp:nvSpPr>
        <dsp:cNvPr id="0" name=""/>
        <dsp:cNvSpPr/>
      </dsp:nvSpPr>
      <dsp:spPr>
        <a:xfrm>
          <a:off x="6348139" y="875980"/>
          <a:ext cx="1910953" cy="674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Concurrent Users: Async tasks</a:t>
          </a:r>
        </a:p>
      </dsp:txBody>
      <dsp:txXfrm>
        <a:off x="6348139" y="875980"/>
        <a:ext cx="1910953" cy="674693"/>
      </dsp:txXfrm>
    </dsp:sp>
    <dsp:sp modelId="{BF7BA03A-DD59-4953-BEF2-92B5F807CF47}">
      <dsp:nvSpPr>
        <dsp:cNvPr id="0" name=""/>
        <dsp:cNvSpPr/>
      </dsp:nvSpPr>
      <dsp:spPr>
        <a:xfrm>
          <a:off x="5870400" y="1213327"/>
          <a:ext cx="4777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AD548D-D512-4A52-91EF-03E418E24CB3}">
      <dsp:nvSpPr>
        <dsp:cNvPr id="0" name=""/>
        <dsp:cNvSpPr/>
      </dsp:nvSpPr>
      <dsp:spPr>
        <a:xfrm rot="5400000">
          <a:off x="3943141" y="1386842"/>
          <a:ext cx="2100264" cy="175170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620C0B-EFBD-4D16-AC41-688192319925}">
      <dsp:nvSpPr>
        <dsp:cNvPr id="0" name=""/>
        <dsp:cNvSpPr/>
      </dsp:nvSpPr>
      <dsp:spPr>
        <a:xfrm>
          <a:off x="6348139" y="1589403"/>
          <a:ext cx="1910953" cy="674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Permissions: Adjusted restrictions</a:t>
          </a:r>
        </a:p>
      </dsp:txBody>
      <dsp:txXfrm>
        <a:off x="6348139" y="1589403"/>
        <a:ext cx="1910953" cy="674693"/>
      </dsp:txXfrm>
    </dsp:sp>
    <dsp:sp modelId="{D0371343-93A8-458E-926E-60378528FC6B}">
      <dsp:nvSpPr>
        <dsp:cNvPr id="0" name=""/>
        <dsp:cNvSpPr/>
      </dsp:nvSpPr>
      <dsp:spPr>
        <a:xfrm>
          <a:off x="5870400" y="1926750"/>
          <a:ext cx="4777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B0DA68-2091-48EC-A57D-985FEAD519FA}">
      <dsp:nvSpPr>
        <dsp:cNvPr id="0" name=""/>
        <dsp:cNvSpPr/>
      </dsp:nvSpPr>
      <dsp:spPr>
        <a:xfrm rot="5400000">
          <a:off x="4306604" y="2019113"/>
          <a:ext cx="1656159" cy="1471433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8F13DB-7BD1-4A6E-BB8E-DD333612194F}">
      <dsp:nvSpPr>
        <dsp:cNvPr id="0" name=""/>
        <dsp:cNvSpPr/>
      </dsp:nvSpPr>
      <dsp:spPr>
        <a:xfrm>
          <a:off x="6348139" y="2287538"/>
          <a:ext cx="1910953" cy="674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Error Handling: Clear messages</a:t>
          </a:r>
        </a:p>
      </dsp:txBody>
      <dsp:txXfrm>
        <a:off x="6348139" y="2287538"/>
        <a:ext cx="1910953" cy="674693"/>
      </dsp:txXfrm>
    </dsp:sp>
    <dsp:sp modelId="{794BA2B3-EDD3-47BB-AE73-F5687BC3EE3F}">
      <dsp:nvSpPr>
        <dsp:cNvPr id="0" name=""/>
        <dsp:cNvSpPr/>
      </dsp:nvSpPr>
      <dsp:spPr>
        <a:xfrm>
          <a:off x="5870400" y="2624885"/>
          <a:ext cx="4777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38C4C8-11C3-4DAA-8513-A3DB62C40F22}">
      <dsp:nvSpPr>
        <dsp:cNvPr id="0" name=""/>
        <dsp:cNvSpPr/>
      </dsp:nvSpPr>
      <dsp:spPr>
        <a:xfrm rot="5400000">
          <a:off x="4668411" y="2686672"/>
          <a:ext cx="1263777" cy="1140202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2CAD4-AD7B-4BF3-BF70-8FA1FB0A2FFC}">
      <dsp:nvSpPr>
        <dsp:cNvPr id="0" name=""/>
        <dsp:cNvSpPr/>
      </dsp:nvSpPr>
      <dsp:spPr>
        <a:xfrm>
          <a:off x="6348139" y="2965289"/>
          <a:ext cx="1910953" cy="6746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20320" bIns="2032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Time Management: Prioritized features</a:t>
          </a:r>
        </a:p>
      </dsp:txBody>
      <dsp:txXfrm>
        <a:off x="6348139" y="2965289"/>
        <a:ext cx="1910953" cy="674693"/>
      </dsp:txXfrm>
    </dsp:sp>
    <dsp:sp modelId="{4B680EDD-6C49-4291-A839-4238A6CAA35A}">
      <dsp:nvSpPr>
        <dsp:cNvPr id="0" name=""/>
        <dsp:cNvSpPr/>
      </dsp:nvSpPr>
      <dsp:spPr>
        <a:xfrm>
          <a:off x="5870400" y="3302636"/>
          <a:ext cx="47773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079DAF-6D7A-4786-85C5-E2B9E5404CEE}">
      <dsp:nvSpPr>
        <dsp:cNvPr id="0" name=""/>
        <dsp:cNvSpPr/>
      </dsp:nvSpPr>
      <dsp:spPr>
        <a:xfrm rot="5400000">
          <a:off x="5010472" y="3334485"/>
          <a:ext cx="891778" cy="82807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6C3AE-6B92-459A-9877-6CB63D85051B}">
      <dsp:nvSpPr>
        <dsp:cNvPr id="0" name=""/>
        <dsp:cNvSpPr/>
      </dsp:nvSpPr>
      <dsp:spPr>
        <a:xfrm>
          <a:off x="0" y="162605"/>
          <a:ext cx="2880360" cy="2880360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395A76-3ED2-4894-B1C7-0926483DE938}">
      <dsp:nvSpPr>
        <dsp:cNvPr id="0" name=""/>
        <dsp:cNvSpPr/>
      </dsp:nvSpPr>
      <dsp:spPr>
        <a:xfrm>
          <a:off x="1440180" y="162605"/>
          <a:ext cx="3360420" cy="28803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Achievements:</a:t>
          </a:r>
        </a:p>
      </dsp:txBody>
      <dsp:txXfrm>
        <a:off x="1440180" y="162605"/>
        <a:ext cx="1680210" cy="1368171"/>
      </dsp:txXfrm>
    </dsp:sp>
    <dsp:sp modelId="{C9A960CB-FFB1-4AC6-99AE-C31675E37F0D}">
      <dsp:nvSpPr>
        <dsp:cNvPr id="0" name=""/>
        <dsp:cNvSpPr/>
      </dsp:nvSpPr>
      <dsp:spPr>
        <a:xfrm>
          <a:off x="756094" y="1530776"/>
          <a:ext cx="1368171" cy="136817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B1B1D-851A-4A96-AA3F-7B0863724AA3}">
      <dsp:nvSpPr>
        <dsp:cNvPr id="0" name=""/>
        <dsp:cNvSpPr/>
      </dsp:nvSpPr>
      <dsp:spPr>
        <a:xfrm>
          <a:off x="1440180" y="1530776"/>
          <a:ext cx="3360420" cy="136817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Future:</a:t>
          </a:r>
        </a:p>
      </dsp:txBody>
      <dsp:txXfrm>
        <a:off x="1440180" y="1530776"/>
        <a:ext cx="1680210" cy="1368171"/>
      </dsp:txXfrm>
    </dsp:sp>
    <dsp:sp modelId="{E60C8CAB-B341-408D-B2B5-946D47EE70B4}">
      <dsp:nvSpPr>
        <dsp:cNvPr id="0" name=""/>
        <dsp:cNvSpPr/>
      </dsp:nvSpPr>
      <dsp:spPr>
        <a:xfrm>
          <a:off x="3120390" y="162605"/>
          <a:ext cx="1680210" cy="1368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Enhanced CCNA preparation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High user engagement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Practical Python application</a:t>
          </a:r>
        </a:p>
      </dsp:txBody>
      <dsp:txXfrm>
        <a:off x="3120390" y="162605"/>
        <a:ext cx="1680210" cy="1368171"/>
      </dsp:txXfrm>
    </dsp:sp>
    <dsp:sp modelId="{F789D2F5-6B3E-4921-8D61-C8F46C35CECB}">
      <dsp:nvSpPr>
        <dsp:cNvPr id="0" name=""/>
        <dsp:cNvSpPr/>
      </dsp:nvSpPr>
      <dsp:spPr>
        <a:xfrm>
          <a:off x="3120390" y="1530776"/>
          <a:ext cx="1680210" cy="1368171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Custom quizzes, badges, multi-language</a:t>
          </a:r>
        </a:p>
      </dsp:txBody>
      <dsp:txXfrm>
        <a:off x="3120390" y="1530776"/>
        <a:ext cx="1680210" cy="1368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15563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707400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93754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33408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50138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162919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53833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94254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57321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136337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42091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ink text and arrows on a white background&#10;&#10;AI-generated content may be incorrect.">
            <a:extLst>
              <a:ext uri="{FF2B5EF4-FFF2-40B4-BE49-F238E27FC236}">
                <a16:creationId xmlns:a16="http://schemas.microsoft.com/office/drawing/2014/main" id="{65374502-C1A9-4F44-43E9-BE5CB15EDD0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631" y="6262846"/>
            <a:ext cx="1143000" cy="458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42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ransition spd="slow">
    <p:cover/>
  </p:transition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chart" Target="../charts/chart1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9D5F5-4719-8FF2-9250-60C3EBDAD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9"/>
            <a:ext cx="5825448" cy="2754740"/>
          </a:xfrm>
        </p:spPr>
        <p:txBody>
          <a:bodyPr>
            <a:normAutofit/>
          </a:bodyPr>
          <a:lstStyle/>
          <a:p>
            <a:r>
              <a:rPr lang="en-US" dirty="0" err="1"/>
              <a:t>Ccna</a:t>
            </a:r>
            <a:r>
              <a:rPr lang="en-US" dirty="0"/>
              <a:t> quiz discord Bot presentation 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792597-00AC-1AF3-B991-CBD836705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04552" y="4213419"/>
            <a:ext cx="5322013" cy="666880"/>
          </a:xfrm>
        </p:spPr>
        <p:txBody>
          <a:bodyPr>
            <a:normAutofit/>
          </a:bodyPr>
          <a:lstStyle/>
          <a:p>
            <a:r>
              <a:rPr lang="en-US" dirty="0"/>
              <a:t>BTS CLOUD COMPTIONG (PYTWO)</a:t>
            </a:r>
            <a:endParaRPr lang="en-GB" dirty="0"/>
          </a:p>
        </p:txBody>
      </p:sp>
      <p:pic>
        <p:nvPicPr>
          <p:cNvPr id="4" name="Picture 3" descr="A vintage robot">
            <a:extLst>
              <a:ext uri="{FF2B5EF4-FFF2-40B4-BE49-F238E27FC236}">
                <a16:creationId xmlns:a16="http://schemas.microsoft.com/office/drawing/2014/main" id="{9C73B292-7062-89D4-8A99-7B1AAF978B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24" r="43932"/>
          <a:stretch/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41059A35-C818-CEA6-A04F-6FE5A0216460}"/>
              </a:ext>
            </a:extLst>
          </p:cNvPr>
          <p:cNvSpPr txBox="1">
            <a:spLocks/>
          </p:cNvSpPr>
          <p:nvPr/>
        </p:nvSpPr>
        <p:spPr>
          <a:xfrm>
            <a:off x="5604552" y="5076761"/>
            <a:ext cx="5322013" cy="6668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Aristide KATAGARUKA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E18DF8-9C12-C98B-2A8B-034B0CECBFB3}"/>
              </a:ext>
            </a:extLst>
          </p:cNvPr>
          <p:cNvSpPr txBox="1">
            <a:spLocks/>
          </p:cNvSpPr>
          <p:nvPr/>
        </p:nvSpPr>
        <p:spPr>
          <a:xfrm>
            <a:off x="9586632" y="6100482"/>
            <a:ext cx="2205318" cy="37183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May 3, 2025</a:t>
            </a:r>
            <a:endParaRPr lang="en-GB" dirty="0"/>
          </a:p>
        </p:txBody>
      </p:sp>
      <p:pic>
        <p:nvPicPr>
          <p:cNvPr id="8" name="Picture 7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4340BCD1-FA4C-EF03-6A1B-85D1B5D61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975" y="-114300"/>
            <a:ext cx="2228849" cy="222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05247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85376-8DC3-9A7C-7AF3-EB98DB27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chemeClr val="bg1"/>
                </a:solidFill>
              </a:rPr>
              <a:t>Problem Statement</a:t>
            </a:r>
            <a:br>
              <a:rPr lang="en-GB" b="1">
                <a:solidFill>
                  <a:schemeClr val="bg1"/>
                </a:solidFill>
              </a:rPr>
            </a:br>
            <a:endParaRPr lang="en-GB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84E033-5205-4775-5723-8306E18A3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692452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31071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7ECDE-56AA-D43F-2A07-2B7E1BCAB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2500" b="1"/>
              <a:t>BTS students score &lt;80% on CCNA 1, 2, 3 tests</a:t>
            </a:r>
            <a:br>
              <a:rPr lang="en-GB" sz="2500" b="1"/>
            </a:br>
            <a:endParaRPr lang="en-GB" sz="25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FDF3D9F-803A-1F83-416E-2E1045539E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9458728"/>
              </p:ext>
            </p:extLst>
          </p:nvPr>
        </p:nvGraphicFramePr>
        <p:xfrm>
          <a:off x="704088" y="2387600"/>
          <a:ext cx="3799763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FA562F3A-5643-11ED-BD6B-AD46FA50CFC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3599" b="-2"/>
          <a:stretch/>
        </p:blipFill>
        <p:spPr>
          <a:xfrm>
            <a:off x="4981575" y="735286"/>
            <a:ext cx="6495042" cy="54196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07683218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A8687-E28F-00CA-7F64-3EBA9E82F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pPr rtl="0"/>
            <a:r>
              <a:rPr lang="en-GB" b="1" dirty="0"/>
              <a:t>Key Features</a:t>
            </a:r>
            <a:br>
              <a:rPr lang="en-GB" b="1" dirty="0"/>
            </a:br>
            <a:endParaRPr lang="en-GB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E7AF68-357F-9EDF-0946-5BE5A5082B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978175"/>
            <a:ext cx="4076700" cy="2079116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782AFD9-62B9-0ADA-AB24-4170A507C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334" y="3350442"/>
            <a:ext cx="5715000" cy="2529383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B5AAF27-E752-3A63-5598-DF8F7E00D9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5786293"/>
              </p:ext>
            </p:extLst>
          </p:nvPr>
        </p:nvGraphicFramePr>
        <p:xfrm>
          <a:off x="700088" y="2235252"/>
          <a:ext cx="5195887" cy="3470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8476486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15805-8DCD-3697-6CE2-3837D5EF7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GB" b="1" dirty="0"/>
              <a:t>Implementation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6819B8-C396-431A-4D77-20B1514DF1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884813"/>
              </p:ext>
            </p:extLst>
          </p:nvPr>
        </p:nvGraphicFramePr>
        <p:xfrm>
          <a:off x="700635" y="979600"/>
          <a:ext cx="10461008" cy="49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6830654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6E307E-1203-9EF3-A82C-E18B02DA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sz="3700" b="1"/>
              <a:t>Code Showcase</a:t>
            </a:r>
            <a:br>
              <a:rPr lang="en-GB" sz="3700" b="1"/>
            </a:br>
            <a:endParaRPr lang="en-GB" sz="3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computer screen shot of a black screen&#10;&#10;AI-generated content may be incorrect.">
            <a:extLst>
              <a:ext uri="{FF2B5EF4-FFF2-40B4-BE49-F238E27FC236}">
                <a16:creationId xmlns:a16="http://schemas.microsoft.com/office/drawing/2014/main" id="{FE501D2B-590D-41D2-1FB0-A85E09770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274" y="1822138"/>
            <a:ext cx="6722864" cy="29412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1900890-047D-E526-D98D-2CA8DD2B7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8321988"/>
              </p:ext>
            </p:extLst>
          </p:nvPr>
        </p:nvGraphicFramePr>
        <p:xfrm>
          <a:off x="-7824" y="1822138"/>
          <a:ext cx="4819903" cy="3775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2128695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670FC4-6798-DA1C-B6C2-58D3973E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pPr rtl="0"/>
            <a:r>
              <a:rPr lang="en-GB" b="1">
                <a:solidFill>
                  <a:schemeClr val="bg1"/>
                </a:solidFill>
              </a:rPr>
              <a:t>Demo</a:t>
            </a:r>
            <a:br>
              <a:rPr lang="en-GB" b="1">
                <a:solidFill>
                  <a:schemeClr val="bg1"/>
                </a:solidFill>
              </a:rPr>
            </a:br>
            <a:endParaRPr lang="en-GB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4FFF3-7C59-FB0C-05D9-9125FF3940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0501151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040228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B523A-A14C-B0FF-91CF-DFF6359A5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GB" b="1" dirty="0"/>
              <a:t>Testing &amp; Feedback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805FEF4-51BF-74A3-244B-E20A900BC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311855"/>
              </p:ext>
            </p:extLst>
          </p:nvPr>
        </p:nvGraphicFramePr>
        <p:xfrm>
          <a:off x="700636" y="2221992"/>
          <a:ext cx="6008277" cy="290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1EDEEF1-3A36-76CD-2B17-41626E838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7881628"/>
              </p:ext>
            </p:extLst>
          </p:nvPr>
        </p:nvGraphicFramePr>
        <p:xfrm>
          <a:off x="7034306" y="1882588"/>
          <a:ext cx="3987048" cy="32457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35482529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577E-1337-98A3-E9A3-C9A8B721E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/>
            <a:r>
              <a:rPr lang="en-GB" b="1" dirty="0"/>
              <a:t>Challenges</a:t>
            </a:r>
            <a:br>
              <a:rPr lang="en-GB" b="1" dirty="0"/>
            </a:b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623928-4678-D920-E1BF-C5796C6A8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629741"/>
              </p:ext>
            </p:extLst>
          </p:nvPr>
        </p:nvGraphicFramePr>
        <p:xfrm>
          <a:off x="700634" y="914399"/>
          <a:ext cx="10148341" cy="509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090101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1A8382-D5AD-F546-9EEE-496E32F80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 rtl="0">
              <a:lnSpc>
                <a:spcPct val="90000"/>
              </a:lnSpc>
            </a:pPr>
            <a:r>
              <a:rPr lang="en-GB" b="1" dirty="0"/>
              <a:t>Conclusion</a:t>
            </a:r>
            <a:br>
              <a:rPr lang="en-GB" b="1" dirty="0"/>
            </a:br>
            <a:endParaRPr lang="en-GB"/>
          </a:p>
        </p:txBody>
      </p:sp>
      <p:pic>
        <p:nvPicPr>
          <p:cNvPr id="5" name="Picture 4" descr="A blue and white lines on a black background&#10;&#10;AI-generated content may be incorrect.">
            <a:extLst>
              <a:ext uri="{FF2B5EF4-FFF2-40B4-BE49-F238E27FC236}">
                <a16:creationId xmlns:a16="http://schemas.microsoft.com/office/drawing/2014/main" id="{BC42B618-D3DB-A672-3637-89A70A08F5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6" r="5111"/>
          <a:stretch/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7E79338-DFA9-7C16-9FFF-2583AE3ED5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172110"/>
              </p:ext>
            </p:extLst>
          </p:nvPr>
        </p:nvGraphicFramePr>
        <p:xfrm>
          <a:off x="6696186" y="2221992"/>
          <a:ext cx="4800600" cy="3205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82196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7A232-2192-B008-29D5-2BD2F512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6600"/>
              <a:t>Thank you!  </a:t>
            </a:r>
            <a:br>
              <a:rPr lang="en-US" sz="6600"/>
            </a:br>
            <a:br>
              <a:rPr lang="en-US" sz="6600"/>
            </a:br>
            <a:br>
              <a:rPr lang="en-US" sz="6600"/>
            </a:br>
            <a:r>
              <a:rPr lang="en-US" sz="6600"/>
              <a:t>Any questions?</a:t>
            </a:r>
            <a:endParaRPr lang="en-US" sz="66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2416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cover/>
  </p:transition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Calisto MT</vt:lpstr>
      <vt:lpstr>Univers Condensed</vt:lpstr>
      <vt:lpstr>ChronicleVTI</vt:lpstr>
      <vt:lpstr>Ccna quiz discord Bot presentation  </vt:lpstr>
      <vt:lpstr>Problem Statement </vt:lpstr>
      <vt:lpstr>BTS students score &lt;80% on CCNA 1, 2, 3 tests </vt:lpstr>
      <vt:lpstr>Key Features </vt:lpstr>
      <vt:lpstr>Implementation </vt:lpstr>
      <vt:lpstr>Code Showcase </vt:lpstr>
      <vt:lpstr>Demo </vt:lpstr>
      <vt:lpstr>Testing &amp; Feedback </vt:lpstr>
      <vt:lpstr>Challenges </vt:lpstr>
      <vt:lpstr>Conclusion </vt:lpstr>
      <vt:lpstr>Thank you!    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Aristide Katagaruka</dc:creator>
  <cp:lastModifiedBy>Aristide Katagaruka</cp:lastModifiedBy>
  <cp:revision>1</cp:revision>
  <dcterms:created xsi:type="dcterms:W3CDTF">2025-05-03T15:54:55Z</dcterms:created>
  <dcterms:modified xsi:type="dcterms:W3CDTF">2025-05-03T17:43:53Z</dcterms:modified>
</cp:coreProperties>
</file>